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310" r:id="rId3"/>
    <p:sldId id="311" r:id="rId4"/>
    <p:sldId id="313" r:id="rId5"/>
    <p:sldId id="312" r:id="rId6"/>
    <p:sldId id="314" r:id="rId7"/>
    <p:sldId id="315" r:id="rId8"/>
    <p:sldId id="316" r:id="rId9"/>
    <p:sldId id="317" r:id="rId10"/>
    <p:sldId id="321" r:id="rId11"/>
    <p:sldId id="320" r:id="rId12"/>
  </p:sldIdLst>
  <p:sldSz cx="12188825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CCCC"/>
    <a:srgbClr val="A6E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29" autoAdjust="0"/>
  </p:normalViewPr>
  <p:slideViewPr>
    <p:cSldViewPr showGuides="1">
      <p:cViewPr varScale="1">
        <p:scale>
          <a:sx n="86" d="100"/>
          <a:sy n="86" d="100"/>
        </p:scale>
        <p:origin x="138" y="10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fif"/><Relationship Id="rId2" Type="http://schemas.openxmlformats.org/officeDocument/2006/relationships/image" Target="../media/image24.png"/><Relationship Id="rId1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fif"/><Relationship Id="rId2" Type="http://schemas.openxmlformats.org/officeDocument/2006/relationships/image" Target="../media/image24.png"/><Relationship Id="rId1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6038BC-52D9-45BD-A1A4-D425932A9DC6}" type="doc">
      <dgm:prSet loTypeId="urn:microsoft.com/office/officeart/2005/8/layout/h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127B880-EFA1-4A77-902C-3ADB2D2DA65F}">
      <dgm:prSet phldrT="[Text]"/>
      <dgm:spPr/>
      <dgm:t>
        <a:bodyPr/>
        <a:lstStyle/>
        <a:p>
          <a:r>
            <a:rPr lang="en-US" b="1" dirty="0" smtClean="0"/>
            <a:t>DATASET</a:t>
          </a:r>
          <a:endParaRPr lang="en-IN" b="1" dirty="0"/>
        </a:p>
      </dgm:t>
    </dgm:pt>
    <dgm:pt modelId="{A9D25740-4F76-4BD2-9D5F-C697BA4B5E58}" type="parTrans" cxnId="{8671E066-04A0-4C4C-BE86-4FBFEA919D38}">
      <dgm:prSet/>
      <dgm:spPr/>
      <dgm:t>
        <a:bodyPr/>
        <a:lstStyle/>
        <a:p>
          <a:endParaRPr lang="en-IN"/>
        </a:p>
      </dgm:t>
    </dgm:pt>
    <dgm:pt modelId="{18954919-E6D3-4DDD-B6B2-B6D28E524EBB}" type="sibTrans" cxnId="{8671E066-04A0-4C4C-BE86-4FBFEA919D38}">
      <dgm:prSet/>
      <dgm:spPr/>
      <dgm:t>
        <a:bodyPr/>
        <a:lstStyle/>
        <a:p>
          <a:endParaRPr lang="en-IN"/>
        </a:p>
      </dgm:t>
    </dgm:pt>
    <dgm:pt modelId="{8DB40FE0-B7BB-4CF1-9AC2-FF0F3C0AD988}">
      <dgm:prSet phldrT="[Text]"/>
      <dgm:spPr/>
      <dgm:t>
        <a:bodyPr/>
        <a:lstStyle/>
        <a:p>
          <a:r>
            <a:rPr lang="en-US" b="1" dirty="0" smtClean="0"/>
            <a:t>OBJECTIVE</a:t>
          </a:r>
          <a:endParaRPr lang="en-IN" b="1" dirty="0"/>
        </a:p>
      </dgm:t>
    </dgm:pt>
    <dgm:pt modelId="{567F3C62-2B13-41CC-883A-19D9590F0FD7}" type="parTrans" cxnId="{FBD46948-21E3-4097-96A6-DD527FD82D32}">
      <dgm:prSet/>
      <dgm:spPr/>
      <dgm:t>
        <a:bodyPr/>
        <a:lstStyle/>
        <a:p>
          <a:endParaRPr lang="en-IN"/>
        </a:p>
      </dgm:t>
    </dgm:pt>
    <dgm:pt modelId="{84DFA2C8-B5C5-4D61-8F41-0DD72F66239C}" type="sibTrans" cxnId="{FBD46948-21E3-4097-96A6-DD527FD82D32}">
      <dgm:prSet/>
      <dgm:spPr/>
      <dgm:t>
        <a:bodyPr/>
        <a:lstStyle/>
        <a:p>
          <a:endParaRPr lang="en-IN"/>
        </a:p>
      </dgm:t>
    </dgm:pt>
    <dgm:pt modelId="{A3FFC60C-5051-4911-A3D7-84C7063C43FC}">
      <dgm:prSet phldrT="[Text]"/>
      <dgm:spPr>
        <a:solidFill>
          <a:srgbClr val="A6EEF8">
            <a:alpha val="90000"/>
          </a:srgbClr>
        </a:solidFill>
      </dgm:spPr>
      <dgm:t>
        <a:bodyPr/>
        <a:lstStyle/>
        <a:p>
          <a:r>
            <a:rPr lang="en-US" dirty="0" smtClean="0"/>
            <a:t>To segment customers, understand purchasing behavior, predict campaign acceptance, identify key drivers such as </a:t>
          </a:r>
          <a:r>
            <a:rPr lang="en-US" dirty="0" err="1" smtClean="0"/>
            <a:t>recency</a:t>
          </a:r>
          <a:r>
            <a:rPr lang="en-US" dirty="0" smtClean="0"/>
            <a:t> and category spend, etc. And recommend strategies to increase membership uptake.</a:t>
          </a:r>
          <a:endParaRPr lang="en-IN" dirty="0"/>
        </a:p>
      </dgm:t>
    </dgm:pt>
    <dgm:pt modelId="{CCDAEEC8-AD7B-4B70-9D85-373F56F494A1}" type="parTrans" cxnId="{B8855E55-8F9B-41D1-8967-ECAE9A043991}">
      <dgm:prSet/>
      <dgm:spPr/>
      <dgm:t>
        <a:bodyPr/>
        <a:lstStyle/>
        <a:p>
          <a:endParaRPr lang="en-IN"/>
        </a:p>
      </dgm:t>
    </dgm:pt>
    <dgm:pt modelId="{EA06E416-87B7-4A0C-8236-8764F4B68BC3}" type="sibTrans" cxnId="{B8855E55-8F9B-41D1-8967-ECAE9A043991}">
      <dgm:prSet/>
      <dgm:spPr/>
      <dgm:t>
        <a:bodyPr/>
        <a:lstStyle/>
        <a:p>
          <a:endParaRPr lang="en-IN"/>
        </a:p>
      </dgm:t>
    </dgm:pt>
    <dgm:pt modelId="{CC90B77D-D4BA-460E-95C4-A84CCFBFB004}">
      <dgm:prSet phldrT="[Text]"/>
      <dgm:spPr/>
      <dgm:t>
        <a:bodyPr/>
        <a:lstStyle/>
        <a:p>
          <a:r>
            <a:rPr lang="en-US" b="1" dirty="0" smtClean="0"/>
            <a:t>CHALLENGE</a:t>
          </a:r>
          <a:endParaRPr lang="en-IN" b="1" dirty="0"/>
        </a:p>
      </dgm:t>
    </dgm:pt>
    <dgm:pt modelId="{AB92CDF7-B68A-4F32-8FA2-F3C8594EF250}" type="parTrans" cxnId="{5D5BF560-DCD3-4A57-A34B-3DD5CA2F0A88}">
      <dgm:prSet/>
      <dgm:spPr/>
      <dgm:t>
        <a:bodyPr/>
        <a:lstStyle/>
        <a:p>
          <a:endParaRPr lang="en-IN"/>
        </a:p>
      </dgm:t>
    </dgm:pt>
    <dgm:pt modelId="{5286E713-F053-45C1-97A1-3893D7A85A62}" type="sibTrans" cxnId="{5D5BF560-DCD3-4A57-A34B-3DD5CA2F0A88}">
      <dgm:prSet/>
      <dgm:spPr/>
      <dgm:t>
        <a:bodyPr/>
        <a:lstStyle/>
        <a:p>
          <a:endParaRPr lang="en-IN"/>
        </a:p>
      </dgm:t>
    </dgm:pt>
    <dgm:pt modelId="{D51C9773-1389-4955-9F65-06F45B592A4F}">
      <dgm:prSet/>
      <dgm:spPr/>
      <dgm:t>
        <a:bodyPr/>
        <a:lstStyle/>
        <a:p>
          <a:r>
            <a:rPr lang="en-US" dirty="0" smtClean="0"/>
            <a:t>The dataset faces low response rate(14.91%), class imbalance, missing values, fragmented behavior patterns, inconsistent date formats, unreal ages of some customers, and unclear category performance.</a:t>
          </a:r>
          <a:endParaRPr lang="en-IN" dirty="0"/>
        </a:p>
      </dgm:t>
    </dgm:pt>
    <dgm:pt modelId="{87AF58D4-5218-46F7-BE62-7D3A7770B6F4}" type="parTrans" cxnId="{441310D4-657F-4B3C-A2D7-6743518D9EE8}">
      <dgm:prSet/>
      <dgm:spPr/>
      <dgm:t>
        <a:bodyPr/>
        <a:lstStyle/>
        <a:p>
          <a:endParaRPr lang="en-IN"/>
        </a:p>
      </dgm:t>
    </dgm:pt>
    <dgm:pt modelId="{16AB9D59-C6AB-4A15-BD9D-069DEF9568DF}" type="sibTrans" cxnId="{441310D4-657F-4B3C-A2D7-6743518D9EE8}">
      <dgm:prSet/>
      <dgm:spPr/>
      <dgm:t>
        <a:bodyPr/>
        <a:lstStyle/>
        <a:p>
          <a:endParaRPr lang="en-IN"/>
        </a:p>
      </dgm:t>
    </dgm:pt>
    <dgm:pt modelId="{5D89FCC4-CE04-4AA2-9C72-4EE02B8FF3DF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olidFill>
          <a:srgbClr val="A6EEF8"/>
        </a:solidFill>
      </dgm:spPr>
      <dgm:t>
        <a:bodyPr/>
        <a:lstStyle/>
        <a:p>
          <a:r>
            <a:rPr lang="en-IN" dirty="0" smtClean="0"/>
            <a:t>The dataset contains 2,240 customers and 22 features including  customer demographics, channel preferences, spending behaviour, complaints, response, and purchase </a:t>
          </a:r>
          <a:r>
            <a:rPr lang="en-IN" dirty="0" err="1" smtClean="0"/>
            <a:t>recency</a:t>
          </a:r>
          <a:r>
            <a:rPr lang="en-IN" dirty="0" smtClean="0"/>
            <a:t>.</a:t>
          </a:r>
          <a:endParaRPr lang="en-IN" dirty="0"/>
        </a:p>
      </dgm:t>
    </dgm:pt>
    <dgm:pt modelId="{C36F08C6-CA27-4D95-8C91-61A7CCB1BC14}" type="sibTrans" cxnId="{C769501B-12C3-4E10-9683-52E11CA25AB1}">
      <dgm:prSet/>
      <dgm:spPr/>
      <dgm:t>
        <a:bodyPr/>
        <a:lstStyle/>
        <a:p>
          <a:endParaRPr lang="en-IN"/>
        </a:p>
      </dgm:t>
    </dgm:pt>
    <dgm:pt modelId="{CB8E2CF7-40B9-400F-9BA9-FB41A3D1EB48}" type="parTrans" cxnId="{C769501B-12C3-4E10-9683-52E11CA25AB1}">
      <dgm:prSet/>
      <dgm:spPr/>
      <dgm:t>
        <a:bodyPr/>
        <a:lstStyle/>
        <a:p>
          <a:endParaRPr lang="en-IN"/>
        </a:p>
      </dgm:t>
    </dgm:pt>
    <dgm:pt modelId="{2D506A22-6816-4C38-9FE4-90A6DAB2716A}" type="pres">
      <dgm:prSet presAssocID="{7D6038BC-52D9-45BD-A1A4-D425932A9DC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C80FA53-FEFC-4D96-BF9A-F5224CFF6473}" type="pres">
      <dgm:prSet presAssocID="{9127B880-EFA1-4A77-902C-3ADB2D2DA65F}" presName="composite" presStyleCnt="0"/>
      <dgm:spPr/>
    </dgm:pt>
    <dgm:pt modelId="{7C4958CA-E3A5-4B3C-8C18-6074FCF20035}" type="pres">
      <dgm:prSet presAssocID="{9127B880-EFA1-4A77-902C-3ADB2D2DA65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ED5BD6D-13D3-4D6E-A9AE-BE37EC3EAC28}" type="pres">
      <dgm:prSet presAssocID="{9127B880-EFA1-4A77-902C-3ADB2D2DA65F}" presName="desTx" presStyleLbl="alignAccFollowNode1" presStyleIdx="0" presStyleCnt="3" custLinFactNeighborX="-103" custLinFactNeighborY="-58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5336614-4D54-421F-B770-5753421AB1DE}" type="pres">
      <dgm:prSet presAssocID="{18954919-E6D3-4DDD-B6B2-B6D28E524EBB}" presName="space" presStyleCnt="0"/>
      <dgm:spPr/>
    </dgm:pt>
    <dgm:pt modelId="{998CAEE9-2A9D-48E2-AE93-316F293A030C}" type="pres">
      <dgm:prSet presAssocID="{8DB40FE0-B7BB-4CF1-9AC2-FF0F3C0AD988}" presName="composite" presStyleCnt="0"/>
      <dgm:spPr/>
    </dgm:pt>
    <dgm:pt modelId="{10FE7853-F559-4624-A267-21502DFB5367}" type="pres">
      <dgm:prSet presAssocID="{8DB40FE0-B7BB-4CF1-9AC2-FF0F3C0AD98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32CA1DF-556C-454F-AB74-5E5F87515CE3}" type="pres">
      <dgm:prSet presAssocID="{8DB40FE0-B7BB-4CF1-9AC2-FF0F3C0AD988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A0D8618-9969-48CA-A508-FFC5EF2B14A8}" type="pres">
      <dgm:prSet presAssocID="{84DFA2C8-B5C5-4D61-8F41-0DD72F66239C}" presName="space" presStyleCnt="0"/>
      <dgm:spPr/>
    </dgm:pt>
    <dgm:pt modelId="{D3BB1C04-8A59-40FA-AD06-A322072C98E8}" type="pres">
      <dgm:prSet presAssocID="{CC90B77D-D4BA-460E-95C4-A84CCFBFB004}" presName="composite" presStyleCnt="0"/>
      <dgm:spPr/>
    </dgm:pt>
    <dgm:pt modelId="{AC3A2014-C6AD-4847-A142-6480B23A71FC}" type="pres">
      <dgm:prSet presAssocID="{CC90B77D-D4BA-460E-95C4-A84CCFBFB00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216CECC-E068-4B6D-89DA-903890E80684}" type="pres">
      <dgm:prSet presAssocID="{CC90B77D-D4BA-460E-95C4-A84CCFBFB004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D5BF560-DCD3-4A57-A34B-3DD5CA2F0A88}" srcId="{7D6038BC-52D9-45BD-A1A4-D425932A9DC6}" destId="{CC90B77D-D4BA-460E-95C4-A84CCFBFB004}" srcOrd="2" destOrd="0" parTransId="{AB92CDF7-B68A-4F32-8FA2-F3C8594EF250}" sibTransId="{5286E713-F053-45C1-97A1-3893D7A85A62}"/>
    <dgm:cxn modelId="{A87FDCAA-9C30-476E-9069-078FF73FCC52}" type="presOf" srcId="{7D6038BC-52D9-45BD-A1A4-D425932A9DC6}" destId="{2D506A22-6816-4C38-9FE4-90A6DAB2716A}" srcOrd="0" destOrd="0" presId="urn:microsoft.com/office/officeart/2005/8/layout/hList1"/>
    <dgm:cxn modelId="{441310D4-657F-4B3C-A2D7-6743518D9EE8}" srcId="{CC90B77D-D4BA-460E-95C4-A84CCFBFB004}" destId="{D51C9773-1389-4955-9F65-06F45B592A4F}" srcOrd="0" destOrd="0" parTransId="{87AF58D4-5218-46F7-BE62-7D3A7770B6F4}" sibTransId="{16AB9D59-C6AB-4A15-BD9D-069DEF9568DF}"/>
    <dgm:cxn modelId="{6F80D9DF-BBEC-497D-844C-46019B90B9C3}" type="presOf" srcId="{8DB40FE0-B7BB-4CF1-9AC2-FF0F3C0AD988}" destId="{10FE7853-F559-4624-A267-21502DFB5367}" srcOrd="0" destOrd="0" presId="urn:microsoft.com/office/officeart/2005/8/layout/hList1"/>
    <dgm:cxn modelId="{AE025F58-4723-47CC-9668-AB5E10189CB1}" type="presOf" srcId="{9127B880-EFA1-4A77-902C-3ADB2D2DA65F}" destId="{7C4958CA-E3A5-4B3C-8C18-6074FCF20035}" srcOrd="0" destOrd="0" presId="urn:microsoft.com/office/officeart/2005/8/layout/hList1"/>
    <dgm:cxn modelId="{8671E066-04A0-4C4C-BE86-4FBFEA919D38}" srcId="{7D6038BC-52D9-45BD-A1A4-D425932A9DC6}" destId="{9127B880-EFA1-4A77-902C-3ADB2D2DA65F}" srcOrd="0" destOrd="0" parTransId="{A9D25740-4F76-4BD2-9D5F-C697BA4B5E58}" sibTransId="{18954919-E6D3-4DDD-B6B2-B6D28E524EBB}"/>
    <dgm:cxn modelId="{3EC139D1-50EA-4681-9065-B9870B05594E}" type="presOf" srcId="{D51C9773-1389-4955-9F65-06F45B592A4F}" destId="{4216CECC-E068-4B6D-89DA-903890E80684}" srcOrd="0" destOrd="0" presId="urn:microsoft.com/office/officeart/2005/8/layout/hList1"/>
    <dgm:cxn modelId="{C769501B-12C3-4E10-9683-52E11CA25AB1}" srcId="{9127B880-EFA1-4A77-902C-3ADB2D2DA65F}" destId="{5D89FCC4-CE04-4AA2-9C72-4EE02B8FF3DF}" srcOrd="0" destOrd="0" parTransId="{CB8E2CF7-40B9-400F-9BA9-FB41A3D1EB48}" sibTransId="{C36F08C6-CA27-4D95-8C91-61A7CCB1BC14}"/>
    <dgm:cxn modelId="{B8855E55-8F9B-41D1-8967-ECAE9A043991}" srcId="{8DB40FE0-B7BB-4CF1-9AC2-FF0F3C0AD988}" destId="{A3FFC60C-5051-4911-A3D7-84C7063C43FC}" srcOrd="0" destOrd="0" parTransId="{CCDAEEC8-AD7B-4B70-9D85-373F56F494A1}" sibTransId="{EA06E416-87B7-4A0C-8236-8764F4B68BC3}"/>
    <dgm:cxn modelId="{9F64C12D-CBB3-4482-8D6D-1BE52681F62F}" type="presOf" srcId="{A3FFC60C-5051-4911-A3D7-84C7063C43FC}" destId="{C32CA1DF-556C-454F-AB74-5E5F87515CE3}" srcOrd="0" destOrd="0" presId="urn:microsoft.com/office/officeart/2005/8/layout/hList1"/>
    <dgm:cxn modelId="{FBD46948-21E3-4097-96A6-DD527FD82D32}" srcId="{7D6038BC-52D9-45BD-A1A4-D425932A9DC6}" destId="{8DB40FE0-B7BB-4CF1-9AC2-FF0F3C0AD988}" srcOrd="1" destOrd="0" parTransId="{567F3C62-2B13-41CC-883A-19D9590F0FD7}" sibTransId="{84DFA2C8-B5C5-4D61-8F41-0DD72F66239C}"/>
    <dgm:cxn modelId="{F0EB4B5C-FFEF-49F1-8F5B-E39305191BE3}" type="presOf" srcId="{5D89FCC4-CE04-4AA2-9C72-4EE02B8FF3DF}" destId="{7ED5BD6D-13D3-4D6E-A9AE-BE37EC3EAC28}" srcOrd="0" destOrd="0" presId="urn:microsoft.com/office/officeart/2005/8/layout/hList1"/>
    <dgm:cxn modelId="{028190AE-4A4E-4725-861D-2451DA509DE5}" type="presOf" srcId="{CC90B77D-D4BA-460E-95C4-A84CCFBFB004}" destId="{AC3A2014-C6AD-4847-A142-6480B23A71FC}" srcOrd="0" destOrd="0" presId="urn:microsoft.com/office/officeart/2005/8/layout/hList1"/>
    <dgm:cxn modelId="{45CD2660-F7E8-496E-BCCF-EBAA895C17FC}" type="presParOf" srcId="{2D506A22-6816-4C38-9FE4-90A6DAB2716A}" destId="{FC80FA53-FEFC-4D96-BF9A-F5224CFF6473}" srcOrd="0" destOrd="0" presId="urn:microsoft.com/office/officeart/2005/8/layout/hList1"/>
    <dgm:cxn modelId="{E6906564-7030-44D0-B61E-2D911B10D132}" type="presParOf" srcId="{FC80FA53-FEFC-4D96-BF9A-F5224CFF6473}" destId="{7C4958CA-E3A5-4B3C-8C18-6074FCF20035}" srcOrd="0" destOrd="0" presId="urn:microsoft.com/office/officeart/2005/8/layout/hList1"/>
    <dgm:cxn modelId="{B144E31E-E7E9-4F32-AA2B-0597D9EF38B3}" type="presParOf" srcId="{FC80FA53-FEFC-4D96-BF9A-F5224CFF6473}" destId="{7ED5BD6D-13D3-4D6E-A9AE-BE37EC3EAC28}" srcOrd="1" destOrd="0" presId="urn:microsoft.com/office/officeart/2005/8/layout/hList1"/>
    <dgm:cxn modelId="{EC4C530C-CE94-4C0B-8B12-E90BA3BE4B5D}" type="presParOf" srcId="{2D506A22-6816-4C38-9FE4-90A6DAB2716A}" destId="{C5336614-4D54-421F-B770-5753421AB1DE}" srcOrd="1" destOrd="0" presId="urn:microsoft.com/office/officeart/2005/8/layout/hList1"/>
    <dgm:cxn modelId="{39006FEE-E84E-475D-B308-7396619F2ABD}" type="presParOf" srcId="{2D506A22-6816-4C38-9FE4-90A6DAB2716A}" destId="{998CAEE9-2A9D-48E2-AE93-316F293A030C}" srcOrd="2" destOrd="0" presId="urn:microsoft.com/office/officeart/2005/8/layout/hList1"/>
    <dgm:cxn modelId="{6B72579A-3AEF-47C4-B504-9A422809E861}" type="presParOf" srcId="{998CAEE9-2A9D-48E2-AE93-316F293A030C}" destId="{10FE7853-F559-4624-A267-21502DFB5367}" srcOrd="0" destOrd="0" presId="urn:microsoft.com/office/officeart/2005/8/layout/hList1"/>
    <dgm:cxn modelId="{D80E7EFE-F226-4991-91B3-AFCA6541BC97}" type="presParOf" srcId="{998CAEE9-2A9D-48E2-AE93-316F293A030C}" destId="{C32CA1DF-556C-454F-AB74-5E5F87515CE3}" srcOrd="1" destOrd="0" presId="urn:microsoft.com/office/officeart/2005/8/layout/hList1"/>
    <dgm:cxn modelId="{F5FE0AD6-F848-459D-93FD-6AF5635E21CA}" type="presParOf" srcId="{2D506A22-6816-4C38-9FE4-90A6DAB2716A}" destId="{6A0D8618-9969-48CA-A508-FFC5EF2B14A8}" srcOrd="3" destOrd="0" presId="urn:microsoft.com/office/officeart/2005/8/layout/hList1"/>
    <dgm:cxn modelId="{273E9966-F0D4-4F1C-A660-18F339DFBA23}" type="presParOf" srcId="{2D506A22-6816-4C38-9FE4-90A6DAB2716A}" destId="{D3BB1C04-8A59-40FA-AD06-A322072C98E8}" srcOrd="4" destOrd="0" presId="urn:microsoft.com/office/officeart/2005/8/layout/hList1"/>
    <dgm:cxn modelId="{3A42BB97-156D-4B6A-9994-0A6C98BDC05A}" type="presParOf" srcId="{D3BB1C04-8A59-40FA-AD06-A322072C98E8}" destId="{AC3A2014-C6AD-4847-A142-6480B23A71FC}" srcOrd="0" destOrd="0" presId="urn:microsoft.com/office/officeart/2005/8/layout/hList1"/>
    <dgm:cxn modelId="{BC50CFFA-5313-46AB-A03B-ED8B27C61DCC}" type="presParOf" srcId="{D3BB1C04-8A59-40FA-AD06-A322072C98E8}" destId="{4216CECC-E068-4B6D-89DA-903890E80684}" srcOrd="1" destOrd="0" presId="urn:microsoft.com/office/officeart/2005/8/layout/h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4549E7-B984-4DC9-BB56-071C9FE45779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</dgm:pt>
    <dgm:pt modelId="{C5A9E9D0-A7DD-46E1-BC14-4ED1076E5C9D}">
      <dgm:prSet phldrT="[Text]"/>
      <dgm:spPr/>
      <dgm:t>
        <a:bodyPr/>
        <a:lstStyle/>
        <a:p>
          <a:r>
            <a:rPr lang="en-US" dirty="0" smtClean="0"/>
            <a:t>Excel</a:t>
          </a:r>
          <a:endParaRPr lang="en-IN" dirty="0"/>
        </a:p>
      </dgm:t>
    </dgm:pt>
    <dgm:pt modelId="{A0E0971D-CE96-47F6-8640-04C939EF6750}" type="parTrans" cxnId="{56EB234B-9890-450E-B1EE-D8F15283E12D}">
      <dgm:prSet/>
      <dgm:spPr/>
      <dgm:t>
        <a:bodyPr/>
        <a:lstStyle/>
        <a:p>
          <a:endParaRPr lang="en-IN"/>
        </a:p>
      </dgm:t>
    </dgm:pt>
    <dgm:pt modelId="{073E543B-A4F4-4B6E-940E-1285F6CD2558}" type="sibTrans" cxnId="{56EB234B-9890-450E-B1EE-D8F15283E12D}">
      <dgm:prSet/>
      <dgm:spPr/>
      <dgm:t>
        <a:bodyPr/>
        <a:lstStyle/>
        <a:p>
          <a:endParaRPr lang="en-IN"/>
        </a:p>
      </dgm:t>
    </dgm:pt>
    <dgm:pt modelId="{F5E92BA5-68AE-4EB6-A4CF-F086A7F815B9}">
      <dgm:prSet phldrT="[Text]"/>
      <dgm:spPr/>
      <dgm:t>
        <a:bodyPr/>
        <a:lstStyle/>
        <a:p>
          <a:r>
            <a:rPr lang="en-US" dirty="0" smtClean="0"/>
            <a:t>SQL</a:t>
          </a:r>
          <a:endParaRPr lang="en-IN" dirty="0"/>
        </a:p>
      </dgm:t>
    </dgm:pt>
    <dgm:pt modelId="{F2B4869F-BE0F-4C63-88A3-A8356C9815F1}" type="parTrans" cxnId="{267E92AC-7B8A-411D-A980-1DF46FA9A36C}">
      <dgm:prSet/>
      <dgm:spPr/>
      <dgm:t>
        <a:bodyPr/>
        <a:lstStyle/>
        <a:p>
          <a:endParaRPr lang="en-IN"/>
        </a:p>
      </dgm:t>
    </dgm:pt>
    <dgm:pt modelId="{6F3F0CA5-92FB-4A58-9CB8-E27D6B5F4C11}" type="sibTrans" cxnId="{267E92AC-7B8A-411D-A980-1DF46FA9A36C}">
      <dgm:prSet/>
      <dgm:spPr/>
      <dgm:t>
        <a:bodyPr/>
        <a:lstStyle/>
        <a:p>
          <a:endParaRPr lang="en-IN"/>
        </a:p>
      </dgm:t>
    </dgm:pt>
    <dgm:pt modelId="{80D3395E-DF52-41CD-8A86-91310A32B459}">
      <dgm:prSet phldrT="[Text]"/>
      <dgm:spPr/>
      <dgm:t>
        <a:bodyPr/>
        <a:lstStyle/>
        <a:p>
          <a:r>
            <a:rPr lang="en-US" dirty="0" smtClean="0"/>
            <a:t>Python</a:t>
          </a:r>
        </a:p>
      </dgm:t>
    </dgm:pt>
    <dgm:pt modelId="{E0645841-8B1C-4B29-8CDA-566C6EB3C316}" type="parTrans" cxnId="{FFCD12D7-F08D-4CDE-AB07-8BCDFF8F2157}">
      <dgm:prSet/>
      <dgm:spPr/>
      <dgm:t>
        <a:bodyPr/>
        <a:lstStyle/>
        <a:p>
          <a:endParaRPr lang="en-IN"/>
        </a:p>
      </dgm:t>
    </dgm:pt>
    <dgm:pt modelId="{23122AB2-A0DD-4C2B-8F86-EC1CB72C8782}" type="sibTrans" cxnId="{FFCD12D7-F08D-4CDE-AB07-8BCDFF8F2157}">
      <dgm:prSet/>
      <dgm:spPr/>
      <dgm:t>
        <a:bodyPr/>
        <a:lstStyle/>
        <a:p>
          <a:endParaRPr lang="en-IN"/>
        </a:p>
      </dgm:t>
    </dgm:pt>
    <dgm:pt modelId="{6D89A9B8-F4D7-41E4-94DA-988E351D1903}">
      <dgm:prSet phldrT="[Text]"/>
      <dgm:spPr/>
      <dgm:t>
        <a:bodyPr/>
        <a:lstStyle/>
        <a:p>
          <a:r>
            <a:rPr lang="en-US" dirty="0" smtClean="0"/>
            <a:t>Power BI</a:t>
          </a:r>
        </a:p>
      </dgm:t>
    </dgm:pt>
    <dgm:pt modelId="{B0DAD868-AFD3-4DDD-A9E7-1C775FE446F2}" type="parTrans" cxnId="{756E254A-27B2-4699-BDE2-BBCF56696719}">
      <dgm:prSet/>
      <dgm:spPr/>
      <dgm:t>
        <a:bodyPr/>
        <a:lstStyle/>
        <a:p>
          <a:endParaRPr lang="en-IN"/>
        </a:p>
      </dgm:t>
    </dgm:pt>
    <dgm:pt modelId="{C7642845-2576-419B-8C7A-1C1FD2B4D84E}" type="sibTrans" cxnId="{756E254A-27B2-4699-BDE2-BBCF56696719}">
      <dgm:prSet/>
      <dgm:spPr/>
      <dgm:t>
        <a:bodyPr/>
        <a:lstStyle/>
        <a:p>
          <a:endParaRPr lang="en-IN"/>
        </a:p>
      </dgm:t>
    </dgm:pt>
    <dgm:pt modelId="{9EFB6558-5B13-4500-90B0-790717440DF5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dirty="0" smtClean="0"/>
            <a:t>Data   Querying</a:t>
          </a:r>
          <a:endParaRPr lang="en-IN" sz="2400" dirty="0"/>
        </a:p>
      </dgm:t>
    </dgm:pt>
    <dgm:pt modelId="{5CB5CDA4-6D58-4D74-81A6-33554B9765AA}" type="parTrans" cxnId="{7455D134-630A-45DC-8B46-6CE1DBBB2AAB}">
      <dgm:prSet/>
      <dgm:spPr/>
      <dgm:t>
        <a:bodyPr/>
        <a:lstStyle/>
        <a:p>
          <a:endParaRPr lang="en-IN"/>
        </a:p>
      </dgm:t>
    </dgm:pt>
    <dgm:pt modelId="{7E998217-17DF-4AB1-A4D2-B6E88E02DC2E}" type="sibTrans" cxnId="{7455D134-630A-45DC-8B46-6CE1DBBB2AAB}">
      <dgm:prSet/>
      <dgm:spPr/>
      <dgm:t>
        <a:bodyPr/>
        <a:lstStyle/>
        <a:p>
          <a:endParaRPr lang="en-IN"/>
        </a:p>
      </dgm:t>
    </dgm:pt>
    <dgm:pt modelId="{44DF87F2-5BFB-4454-AF4C-DFE64422C453}">
      <dgm:prSet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/>
            <a:t>Data Cleaning, Analysis &amp; Modelling</a:t>
          </a:r>
          <a:endParaRPr lang="en-IN" sz="2000" dirty="0"/>
        </a:p>
      </dgm:t>
    </dgm:pt>
    <dgm:pt modelId="{7CEBC89D-459C-43E9-89F5-8EA1ABAC50DC}" type="parTrans" cxnId="{07E41538-9774-477D-95BB-2AAAB2A42CB8}">
      <dgm:prSet/>
      <dgm:spPr/>
      <dgm:t>
        <a:bodyPr/>
        <a:lstStyle/>
        <a:p>
          <a:endParaRPr lang="en-IN"/>
        </a:p>
      </dgm:t>
    </dgm:pt>
    <dgm:pt modelId="{8C3EFAF2-A33D-4E0F-B1E9-E0F235D00E79}" type="sibTrans" cxnId="{07E41538-9774-477D-95BB-2AAAB2A42CB8}">
      <dgm:prSet/>
      <dgm:spPr/>
      <dgm:t>
        <a:bodyPr/>
        <a:lstStyle/>
        <a:p>
          <a:endParaRPr lang="en-IN"/>
        </a:p>
      </dgm:t>
    </dgm:pt>
    <dgm:pt modelId="{7B78833B-24FE-4A6B-AE1E-4808B518F9BE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Data Visualization</a:t>
          </a:r>
          <a:endParaRPr lang="en-IN" dirty="0"/>
        </a:p>
      </dgm:t>
    </dgm:pt>
    <dgm:pt modelId="{6E87AF7F-33F5-4F4B-99AD-C09AC3892D21}" type="parTrans" cxnId="{0157120B-A8BE-4BB6-A6D3-B3E0BC9642B0}">
      <dgm:prSet/>
      <dgm:spPr/>
      <dgm:t>
        <a:bodyPr/>
        <a:lstStyle/>
        <a:p>
          <a:endParaRPr lang="en-IN"/>
        </a:p>
      </dgm:t>
    </dgm:pt>
    <dgm:pt modelId="{26F1330C-1D33-47F4-95C7-EE2731C13A73}" type="sibTrans" cxnId="{0157120B-A8BE-4BB6-A6D3-B3E0BC9642B0}">
      <dgm:prSet/>
      <dgm:spPr/>
      <dgm:t>
        <a:bodyPr/>
        <a:lstStyle/>
        <a:p>
          <a:endParaRPr lang="en-IN"/>
        </a:p>
      </dgm:t>
    </dgm:pt>
    <dgm:pt modelId="{075DF23E-8ADB-4E46-9261-BCD1A0FBEE82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dirty="0" smtClean="0"/>
            <a:t>Data Source   and  Validation</a:t>
          </a:r>
          <a:endParaRPr lang="en-IN" sz="2400" dirty="0"/>
        </a:p>
      </dgm:t>
    </dgm:pt>
    <dgm:pt modelId="{E61DEFB1-29A6-4727-AE64-7CEF56A24EEC}" type="parTrans" cxnId="{D6052A61-DBBA-47E8-864E-D8007E55D87A}">
      <dgm:prSet/>
      <dgm:spPr/>
      <dgm:t>
        <a:bodyPr/>
        <a:lstStyle/>
        <a:p>
          <a:endParaRPr lang="en-IN"/>
        </a:p>
      </dgm:t>
    </dgm:pt>
    <dgm:pt modelId="{29CB3E1F-7A77-456E-B8C4-F2C5D0F99ACC}" type="sibTrans" cxnId="{D6052A61-DBBA-47E8-864E-D8007E55D87A}">
      <dgm:prSet/>
      <dgm:spPr/>
      <dgm:t>
        <a:bodyPr/>
        <a:lstStyle/>
        <a:p>
          <a:endParaRPr lang="en-IN"/>
        </a:p>
      </dgm:t>
    </dgm:pt>
    <dgm:pt modelId="{72D785D7-04FF-47C8-99E2-CA86370661E1}" type="pres">
      <dgm:prSet presAssocID="{BA4549E7-B984-4DC9-BB56-071C9FE45779}" presName="Name0" presStyleCnt="0">
        <dgm:presLayoutVars>
          <dgm:dir/>
          <dgm:animLvl val="lvl"/>
          <dgm:resizeHandles val="exact"/>
        </dgm:presLayoutVars>
      </dgm:prSet>
      <dgm:spPr/>
    </dgm:pt>
    <dgm:pt modelId="{A4849712-908F-4DA6-A6E0-20A16874E978}" type="pres">
      <dgm:prSet presAssocID="{BA4549E7-B984-4DC9-BB56-071C9FE45779}" presName="tSp" presStyleCnt="0"/>
      <dgm:spPr/>
    </dgm:pt>
    <dgm:pt modelId="{828CE721-68BC-4581-8178-1A9D3D72F351}" type="pres">
      <dgm:prSet presAssocID="{BA4549E7-B984-4DC9-BB56-071C9FE45779}" presName="bSp" presStyleCnt="0"/>
      <dgm:spPr/>
    </dgm:pt>
    <dgm:pt modelId="{C4376E5A-F0BD-482A-A6D2-9AF36803F470}" type="pres">
      <dgm:prSet presAssocID="{BA4549E7-B984-4DC9-BB56-071C9FE45779}" presName="process" presStyleCnt="0"/>
      <dgm:spPr/>
    </dgm:pt>
    <dgm:pt modelId="{1146A2E6-B40A-4EDB-931E-DD28BB880D2C}" type="pres">
      <dgm:prSet presAssocID="{C5A9E9D0-A7DD-46E1-BC14-4ED1076E5C9D}" presName="composite1" presStyleCnt="0"/>
      <dgm:spPr/>
    </dgm:pt>
    <dgm:pt modelId="{8B04E78F-77CD-4B38-99E6-9E889FB3C7E7}" type="pres">
      <dgm:prSet presAssocID="{C5A9E9D0-A7DD-46E1-BC14-4ED1076E5C9D}" presName="dummyNode1" presStyleLbl="node1" presStyleIdx="0" presStyleCnt="4"/>
      <dgm:spPr/>
    </dgm:pt>
    <dgm:pt modelId="{E4867168-B0FB-456C-BA07-59C23A23B0F3}" type="pres">
      <dgm:prSet presAssocID="{C5A9E9D0-A7DD-46E1-BC14-4ED1076E5C9D}" presName="childNode1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2C44055-F6DA-4B06-B146-A3A4167D1676}" type="pres">
      <dgm:prSet presAssocID="{C5A9E9D0-A7DD-46E1-BC14-4ED1076E5C9D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72D1D82-5EB7-4FF0-8F88-24A573404FF1}" type="pres">
      <dgm:prSet presAssocID="{C5A9E9D0-A7DD-46E1-BC14-4ED1076E5C9D}" presName="parentNode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48E55DB-E03F-4432-95F9-9DA960C69CAE}" type="pres">
      <dgm:prSet presAssocID="{C5A9E9D0-A7DD-46E1-BC14-4ED1076E5C9D}" presName="connSite1" presStyleCnt="0"/>
      <dgm:spPr/>
    </dgm:pt>
    <dgm:pt modelId="{00046D99-90CA-4315-9A7E-1BBC107424D4}" type="pres">
      <dgm:prSet presAssocID="{073E543B-A4F4-4B6E-940E-1285F6CD2558}" presName="Name9" presStyleLbl="sibTrans2D1" presStyleIdx="0" presStyleCnt="3"/>
      <dgm:spPr/>
      <dgm:t>
        <a:bodyPr/>
        <a:lstStyle/>
        <a:p>
          <a:endParaRPr lang="en-IN"/>
        </a:p>
      </dgm:t>
    </dgm:pt>
    <dgm:pt modelId="{DBCA90F9-B44E-47A3-8884-A87ADC7EA2B6}" type="pres">
      <dgm:prSet presAssocID="{F5E92BA5-68AE-4EB6-A4CF-F086A7F815B9}" presName="composite2" presStyleCnt="0"/>
      <dgm:spPr/>
    </dgm:pt>
    <dgm:pt modelId="{F15D94DA-01EB-422A-8058-BD9DC0A9657D}" type="pres">
      <dgm:prSet presAssocID="{F5E92BA5-68AE-4EB6-A4CF-F086A7F815B9}" presName="dummyNode2" presStyleLbl="node1" presStyleIdx="0" presStyleCnt="4"/>
      <dgm:spPr/>
    </dgm:pt>
    <dgm:pt modelId="{D55C599F-2F87-4B5C-A7FE-2FD6CF8EA012}" type="pres">
      <dgm:prSet presAssocID="{F5E92BA5-68AE-4EB6-A4CF-F086A7F815B9}" presName="childNode2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BF9FD9F-7923-4AA5-8CBB-3D7CC714AD77}" type="pres">
      <dgm:prSet presAssocID="{F5E92BA5-68AE-4EB6-A4CF-F086A7F815B9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10EF9A4-BA21-4536-9B2C-735E79D395B3}" type="pres">
      <dgm:prSet presAssocID="{F5E92BA5-68AE-4EB6-A4CF-F086A7F815B9}" presName="parentNode2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B9C0305-E823-45CE-9E86-B461E7C584EC}" type="pres">
      <dgm:prSet presAssocID="{F5E92BA5-68AE-4EB6-A4CF-F086A7F815B9}" presName="connSite2" presStyleCnt="0"/>
      <dgm:spPr/>
    </dgm:pt>
    <dgm:pt modelId="{B455D364-7A21-4D45-8A70-EC4D64820208}" type="pres">
      <dgm:prSet presAssocID="{6F3F0CA5-92FB-4A58-9CB8-E27D6B5F4C11}" presName="Name18" presStyleLbl="sibTrans2D1" presStyleIdx="1" presStyleCnt="3"/>
      <dgm:spPr/>
      <dgm:t>
        <a:bodyPr/>
        <a:lstStyle/>
        <a:p>
          <a:endParaRPr lang="en-IN"/>
        </a:p>
      </dgm:t>
    </dgm:pt>
    <dgm:pt modelId="{0B2B3C37-8F2D-45D9-9B32-88AE5F051515}" type="pres">
      <dgm:prSet presAssocID="{80D3395E-DF52-41CD-8A86-91310A32B459}" presName="composite1" presStyleCnt="0"/>
      <dgm:spPr/>
    </dgm:pt>
    <dgm:pt modelId="{1C7CD8DF-1FAA-49EA-BF10-4C5577CB422A}" type="pres">
      <dgm:prSet presAssocID="{80D3395E-DF52-41CD-8A86-91310A32B459}" presName="dummyNode1" presStyleLbl="node1" presStyleIdx="1" presStyleCnt="4"/>
      <dgm:spPr/>
    </dgm:pt>
    <dgm:pt modelId="{A118989D-EEF3-4DDF-AACB-7D66C14DC545}" type="pres">
      <dgm:prSet presAssocID="{80D3395E-DF52-41CD-8A86-91310A32B459}" presName="childNode1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0E0BEF7-943D-41FA-B373-2C7448D099FF}" type="pres">
      <dgm:prSet presAssocID="{80D3395E-DF52-41CD-8A86-91310A32B459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12B5D81-E31E-425F-91C0-6E3945E73C75}" type="pres">
      <dgm:prSet presAssocID="{80D3395E-DF52-41CD-8A86-91310A32B459}" presName="parentNode1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5D9E047-4E69-471F-ACD5-97C082965A05}" type="pres">
      <dgm:prSet presAssocID="{80D3395E-DF52-41CD-8A86-91310A32B459}" presName="connSite1" presStyleCnt="0"/>
      <dgm:spPr/>
    </dgm:pt>
    <dgm:pt modelId="{A031B1BE-8558-45E9-A3E6-90A9DA44DE9E}" type="pres">
      <dgm:prSet presAssocID="{23122AB2-A0DD-4C2B-8F86-EC1CB72C8782}" presName="Name9" presStyleLbl="sibTrans2D1" presStyleIdx="2" presStyleCnt="3"/>
      <dgm:spPr/>
      <dgm:t>
        <a:bodyPr/>
        <a:lstStyle/>
        <a:p>
          <a:endParaRPr lang="en-IN"/>
        </a:p>
      </dgm:t>
    </dgm:pt>
    <dgm:pt modelId="{2BAB0952-37BB-47C2-8F2C-A1DE5CC865D3}" type="pres">
      <dgm:prSet presAssocID="{6D89A9B8-F4D7-41E4-94DA-988E351D1903}" presName="composite2" presStyleCnt="0"/>
      <dgm:spPr/>
    </dgm:pt>
    <dgm:pt modelId="{4ABC9A17-AE5B-4062-BD8C-18DE573DF814}" type="pres">
      <dgm:prSet presAssocID="{6D89A9B8-F4D7-41E4-94DA-988E351D1903}" presName="dummyNode2" presStyleLbl="node1" presStyleIdx="2" presStyleCnt="4"/>
      <dgm:spPr/>
    </dgm:pt>
    <dgm:pt modelId="{09BA8C20-F136-41C8-A07E-556B95ADCC8F}" type="pres">
      <dgm:prSet presAssocID="{6D89A9B8-F4D7-41E4-94DA-988E351D1903}" presName="childNode2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BFF7822-C5E9-4851-A394-7DB396EAA4D2}" type="pres">
      <dgm:prSet presAssocID="{6D89A9B8-F4D7-41E4-94DA-988E351D1903}" presName="childNode2tx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A9A0720-300F-423B-9BE4-5ADD1E891840}" type="pres">
      <dgm:prSet presAssocID="{6D89A9B8-F4D7-41E4-94DA-988E351D1903}" presName="parentNode2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24ABDEE-0055-44D1-BCB4-8E05CA8B8F27}" type="pres">
      <dgm:prSet presAssocID="{6D89A9B8-F4D7-41E4-94DA-988E351D1903}" presName="connSite2" presStyleCnt="0"/>
      <dgm:spPr/>
    </dgm:pt>
  </dgm:ptLst>
  <dgm:cxnLst>
    <dgm:cxn modelId="{5B8606EF-780E-42C6-B6E8-51591EB57955}" type="presOf" srcId="{7B78833B-24FE-4A6B-AE1E-4808B518F9BE}" destId="{0BFF7822-C5E9-4851-A394-7DB396EAA4D2}" srcOrd="1" destOrd="0" presId="urn:microsoft.com/office/officeart/2005/8/layout/hProcess4"/>
    <dgm:cxn modelId="{52312AB9-8F74-4EFB-8D2C-DF0A88C194A3}" type="presOf" srcId="{6F3F0CA5-92FB-4A58-9CB8-E27D6B5F4C11}" destId="{B455D364-7A21-4D45-8A70-EC4D64820208}" srcOrd="0" destOrd="0" presId="urn:microsoft.com/office/officeart/2005/8/layout/hProcess4"/>
    <dgm:cxn modelId="{267E92AC-7B8A-411D-A980-1DF46FA9A36C}" srcId="{BA4549E7-B984-4DC9-BB56-071C9FE45779}" destId="{F5E92BA5-68AE-4EB6-A4CF-F086A7F815B9}" srcOrd="1" destOrd="0" parTransId="{F2B4869F-BE0F-4C63-88A3-A8356C9815F1}" sibTransId="{6F3F0CA5-92FB-4A58-9CB8-E27D6B5F4C11}"/>
    <dgm:cxn modelId="{423B37FD-3393-474E-91E0-53533EC29101}" type="presOf" srcId="{23122AB2-A0DD-4C2B-8F86-EC1CB72C8782}" destId="{A031B1BE-8558-45E9-A3E6-90A9DA44DE9E}" srcOrd="0" destOrd="0" presId="urn:microsoft.com/office/officeart/2005/8/layout/hProcess4"/>
    <dgm:cxn modelId="{E388CF7D-048A-42F9-B7F0-3CEE4E9B66B1}" type="presOf" srcId="{44DF87F2-5BFB-4454-AF4C-DFE64422C453}" destId="{F0E0BEF7-943D-41FA-B373-2C7448D099FF}" srcOrd="1" destOrd="0" presId="urn:microsoft.com/office/officeart/2005/8/layout/hProcess4"/>
    <dgm:cxn modelId="{F6622EF4-428A-4983-B013-5FF5530CF966}" type="presOf" srcId="{80D3395E-DF52-41CD-8A86-91310A32B459}" destId="{212B5D81-E31E-425F-91C0-6E3945E73C75}" srcOrd="0" destOrd="0" presId="urn:microsoft.com/office/officeart/2005/8/layout/hProcess4"/>
    <dgm:cxn modelId="{B5BC50E1-72AA-44B0-B4C9-149984797ACA}" type="presOf" srcId="{075DF23E-8ADB-4E46-9261-BCD1A0FBEE82}" destId="{E4867168-B0FB-456C-BA07-59C23A23B0F3}" srcOrd="0" destOrd="0" presId="urn:microsoft.com/office/officeart/2005/8/layout/hProcess4"/>
    <dgm:cxn modelId="{56EB234B-9890-450E-B1EE-D8F15283E12D}" srcId="{BA4549E7-B984-4DC9-BB56-071C9FE45779}" destId="{C5A9E9D0-A7DD-46E1-BC14-4ED1076E5C9D}" srcOrd="0" destOrd="0" parTransId="{A0E0971D-CE96-47F6-8640-04C939EF6750}" sibTransId="{073E543B-A4F4-4B6E-940E-1285F6CD2558}"/>
    <dgm:cxn modelId="{33FF5EE1-36E8-4F22-9A5B-3B3D301047E5}" type="presOf" srcId="{7B78833B-24FE-4A6B-AE1E-4808B518F9BE}" destId="{09BA8C20-F136-41C8-A07E-556B95ADCC8F}" srcOrd="0" destOrd="0" presId="urn:microsoft.com/office/officeart/2005/8/layout/hProcess4"/>
    <dgm:cxn modelId="{0157120B-A8BE-4BB6-A6D3-B3E0BC9642B0}" srcId="{6D89A9B8-F4D7-41E4-94DA-988E351D1903}" destId="{7B78833B-24FE-4A6B-AE1E-4808B518F9BE}" srcOrd="0" destOrd="0" parTransId="{6E87AF7F-33F5-4F4B-99AD-C09AC3892D21}" sibTransId="{26F1330C-1D33-47F4-95C7-EE2731C13A73}"/>
    <dgm:cxn modelId="{9AAD9440-1814-484C-B92F-997A7EE6E7EA}" type="presOf" srcId="{9EFB6558-5B13-4500-90B0-790717440DF5}" destId="{D55C599F-2F87-4B5C-A7FE-2FD6CF8EA012}" srcOrd="0" destOrd="0" presId="urn:microsoft.com/office/officeart/2005/8/layout/hProcess4"/>
    <dgm:cxn modelId="{7455D134-630A-45DC-8B46-6CE1DBBB2AAB}" srcId="{F5E92BA5-68AE-4EB6-A4CF-F086A7F815B9}" destId="{9EFB6558-5B13-4500-90B0-790717440DF5}" srcOrd="0" destOrd="0" parTransId="{5CB5CDA4-6D58-4D74-81A6-33554B9765AA}" sibTransId="{7E998217-17DF-4AB1-A4D2-B6E88E02DC2E}"/>
    <dgm:cxn modelId="{756E254A-27B2-4699-BDE2-BBCF56696719}" srcId="{BA4549E7-B984-4DC9-BB56-071C9FE45779}" destId="{6D89A9B8-F4D7-41E4-94DA-988E351D1903}" srcOrd="3" destOrd="0" parTransId="{B0DAD868-AFD3-4DDD-A9E7-1C775FE446F2}" sibTransId="{C7642845-2576-419B-8C7A-1C1FD2B4D84E}"/>
    <dgm:cxn modelId="{3245E294-CD96-46E1-A554-5DF2CD2D24A7}" type="presOf" srcId="{C5A9E9D0-A7DD-46E1-BC14-4ED1076E5C9D}" destId="{172D1D82-5EB7-4FF0-8F88-24A573404FF1}" srcOrd="0" destOrd="0" presId="urn:microsoft.com/office/officeart/2005/8/layout/hProcess4"/>
    <dgm:cxn modelId="{5FDED7B8-C85E-4898-B3A1-7171F9E76B86}" type="presOf" srcId="{F5E92BA5-68AE-4EB6-A4CF-F086A7F815B9}" destId="{910EF9A4-BA21-4536-9B2C-735E79D395B3}" srcOrd="0" destOrd="0" presId="urn:microsoft.com/office/officeart/2005/8/layout/hProcess4"/>
    <dgm:cxn modelId="{9DF34FAE-D8CA-4FA1-A275-CC1C25434E6E}" type="presOf" srcId="{44DF87F2-5BFB-4454-AF4C-DFE64422C453}" destId="{A118989D-EEF3-4DDF-AACB-7D66C14DC545}" srcOrd="0" destOrd="0" presId="urn:microsoft.com/office/officeart/2005/8/layout/hProcess4"/>
    <dgm:cxn modelId="{D6052A61-DBBA-47E8-864E-D8007E55D87A}" srcId="{C5A9E9D0-A7DD-46E1-BC14-4ED1076E5C9D}" destId="{075DF23E-8ADB-4E46-9261-BCD1A0FBEE82}" srcOrd="0" destOrd="0" parTransId="{E61DEFB1-29A6-4727-AE64-7CEF56A24EEC}" sibTransId="{29CB3E1F-7A77-456E-B8C4-F2C5D0F99ACC}"/>
    <dgm:cxn modelId="{07E41538-9774-477D-95BB-2AAAB2A42CB8}" srcId="{80D3395E-DF52-41CD-8A86-91310A32B459}" destId="{44DF87F2-5BFB-4454-AF4C-DFE64422C453}" srcOrd="0" destOrd="0" parTransId="{7CEBC89D-459C-43E9-89F5-8EA1ABAC50DC}" sibTransId="{8C3EFAF2-A33D-4E0F-B1E9-E0F235D00E79}"/>
    <dgm:cxn modelId="{353A0240-DF8D-4AB9-BFCF-1CA5F4EBD7E0}" type="presOf" srcId="{BA4549E7-B984-4DC9-BB56-071C9FE45779}" destId="{72D785D7-04FF-47C8-99E2-CA86370661E1}" srcOrd="0" destOrd="0" presId="urn:microsoft.com/office/officeart/2005/8/layout/hProcess4"/>
    <dgm:cxn modelId="{3E0892F7-A242-475E-8519-897111ECD0D6}" type="presOf" srcId="{075DF23E-8ADB-4E46-9261-BCD1A0FBEE82}" destId="{82C44055-F6DA-4B06-B146-A3A4167D1676}" srcOrd="1" destOrd="0" presId="urn:microsoft.com/office/officeart/2005/8/layout/hProcess4"/>
    <dgm:cxn modelId="{FFCD12D7-F08D-4CDE-AB07-8BCDFF8F2157}" srcId="{BA4549E7-B984-4DC9-BB56-071C9FE45779}" destId="{80D3395E-DF52-41CD-8A86-91310A32B459}" srcOrd="2" destOrd="0" parTransId="{E0645841-8B1C-4B29-8CDA-566C6EB3C316}" sibTransId="{23122AB2-A0DD-4C2B-8F86-EC1CB72C8782}"/>
    <dgm:cxn modelId="{143D143F-5B79-4332-8330-F56DB5BE19C0}" type="presOf" srcId="{073E543B-A4F4-4B6E-940E-1285F6CD2558}" destId="{00046D99-90CA-4315-9A7E-1BBC107424D4}" srcOrd="0" destOrd="0" presId="urn:microsoft.com/office/officeart/2005/8/layout/hProcess4"/>
    <dgm:cxn modelId="{FD9B9683-6324-487A-81DB-A9BF380FE9E2}" type="presOf" srcId="{9EFB6558-5B13-4500-90B0-790717440DF5}" destId="{ABF9FD9F-7923-4AA5-8CBB-3D7CC714AD77}" srcOrd="1" destOrd="0" presId="urn:microsoft.com/office/officeart/2005/8/layout/hProcess4"/>
    <dgm:cxn modelId="{3F604107-0765-4640-9B9D-C9C575D53E4E}" type="presOf" srcId="{6D89A9B8-F4D7-41E4-94DA-988E351D1903}" destId="{FA9A0720-300F-423B-9BE4-5ADD1E891840}" srcOrd="0" destOrd="0" presId="urn:microsoft.com/office/officeart/2005/8/layout/hProcess4"/>
    <dgm:cxn modelId="{FAFCF9EA-D1CA-46FC-8449-1A0F606933E0}" type="presParOf" srcId="{72D785D7-04FF-47C8-99E2-CA86370661E1}" destId="{A4849712-908F-4DA6-A6E0-20A16874E978}" srcOrd="0" destOrd="0" presId="urn:microsoft.com/office/officeart/2005/8/layout/hProcess4"/>
    <dgm:cxn modelId="{0D6630A1-C7F4-4F93-8694-CE8599B3B987}" type="presParOf" srcId="{72D785D7-04FF-47C8-99E2-CA86370661E1}" destId="{828CE721-68BC-4581-8178-1A9D3D72F351}" srcOrd="1" destOrd="0" presId="urn:microsoft.com/office/officeart/2005/8/layout/hProcess4"/>
    <dgm:cxn modelId="{08F3CE44-49C9-4693-B910-A17ABB53D23F}" type="presParOf" srcId="{72D785D7-04FF-47C8-99E2-CA86370661E1}" destId="{C4376E5A-F0BD-482A-A6D2-9AF36803F470}" srcOrd="2" destOrd="0" presId="urn:microsoft.com/office/officeart/2005/8/layout/hProcess4"/>
    <dgm:cxn modelId="{BFA47BA7-1D27-4FF1-91DF-3A8449198398}" type="presParOf" srcId="{C4376E5A-F0BD-482A-A6D2-9AF36803F470}" destId="{1146A2E6-B40A-4EDB-931E-DD28BB880D2C}" srcOrd="0" destOrd="0" presId="urn:microsoft.com/office/officeart/2005/8/layout/hProcess4"/>
    <dgm:cxn modelId="{E3DF5A77-5422-48F7-AA85-836650DCEA16}" type="presParOf" srcId="{1146A2E6-B40A-4EDB-931E-DD28BB880D2C}" destId="{8B04E78F-77CD-4B38-99E6-9E889FB3C7E7}" srcOrd="0" destOrd="0" presId="urn:microsoft.com/office/officeart/2005/8/layout/hProcess4"/>
    <dgm:cxn modelId="{E1492D53-C604-48DE-9084-0A374A3FE97E}" type="presParOf" srcId="{1146A2E6-B40A-4EDB-931E-DD28BB880D2C}" destId="{E4867168-B0FB-456C-BA07-59C23A23B0F3}" srcOrd="1" destOrd="0" presId="urn:microsoft.com/office/officeart/2005/8/layout/hProcess4"/>
    <dgm:cxn modelId="{59EE33F9-C6E5-4016-886D-ED001B784970}" type="presParOf" srcId="{1146A2E6-B40A-4EDB-931E-DD28BB880D2C}" destId="{82C44055-F6DA-4B06-B146-A3A4167D1676}" srcOrd="2" destOrd="0" presId="urn:microsoft.com/office/officeart/2005/8/layout/hProcess4"/>
    <dgm:cxn modelId="{990B1D62-B0A1-4DD9-9908-E330EE1397FC}" type="presParOf" srcId="{1146A2E6-B40A-4EDB-931E-DD28BB880D2C}" destId="{172D1D82-5EB7-4FF0-8F88-24A573404FF1}" srcOrd="3" destOrd="0" presId="urn:microsoft.com/office/officeart/2005/8/layout/hProcess4"/>
    <dgm:cxn modelId="{BA3EDEAC-5E7C-4BFB-8452-ECB9C3176CD4}" type="presParOf" srcId="{1146A2E6-B40A-4EDB-931E-DD28BB880D2C}" destId="{D48E55DB-E03F-4432-95F9-9DA960C69CAE}" srcOrd="4" destOrd="0" presId="urn:microsoft.com/office/officeart/2005/8/layout/hProcess4"/>
    <dgm:cxn modelId="{38B4BAE6-0019-4959-8176-A11D57ADA03F}" type="presParOf" srcId="{C4376E5A-F0BD-482A-A6D2-9AF36803F470}" destId="{00046D99-90CA-4315-9A7E-1BBC107424D4}" srcOrd="1" destOrd="0" presId="urn:microsoft.com/office/officeart/2005/8/layout/hProcess4"/>
    <dgm:cxn modelId="{3B396891-A4FE-4D0A-BC99-2F8B513722F2}" type="presParOf" srcId="{C4376E5A-F0BD-482A-A6D2-9AF36803F470}" destId="{DBCA90F9-B44E-47A3-8884-A87ADC7EA2B6}" srcOrd="2" destOrd="0" presId="urn:microsoft.com/office/officeart/2005/8/layout/hProcess4"/>
    <dgm:cxn modelId="{08F9E1B3-765F-4CA7-8AE3-9334E739484A}" type="presParOf" srcId="{DBCA90F9-B44E-47A3-8884-A87ADC7EA2B6}" destId="{F15D94DA-01EB-422A-8058-BD9DC0A9657D}" srcOrd="0" destOrd="0" presId="urn:microsoft.com/office/officeart/2005/8/layout/hProcess4"/>
    <dgm:cxn modelId="{946499FB-113B-4FF9-B6CE-B94E82D33EBB}" type="presParOf" srcId="{DBCA90F9-B44E-47A3-8884-A87ADC7EA2B6}" destId="{D55C599F-2F87-4B5C-A7FE-2FD6CF8EA012}" srcOrd="1" destOrd="0" presId="urn:microsoft.com/office/officeart/2005/8/layout/hProcess4"/>
    <dgm:cxn modelId="{9622F34C-9726-4BBD-8B40-1975C1C97E6B}" type="presParOf" srcId="{DBCA90F9-B44E-47A3-8884-A87ADC7EA2B6}" destId="{ABF9FD9F-7923-4AA5-8CBB-3D7CC714AD77}" srcOrd="2" destOrd="0" presId="urn:microsoft.com/office/officeart/2005/8/layout/hProcess4"/>
    <dgm:cxn modelId="{F11E3414-7086-413D-821A-399B7FD918A6}" type="presParOf" srcId="{DBCA90F9-B44E-47A3-8884-A87ADC7EA2B6}" destId="{910EF9A4-BA21-4536-9B2C-735E79D395B3}" srcOrd="3" destOrd="0" presId="urn:microsoft.com/office/officeart/2005/8/layout/hProcess4"/>
    <dgm:cxn modelId="{B719D467-CC7D-46AA-BE1A-69563AC71142}" type="presParOf" srcId="{DBCA90F9-B44E-47A3-8884-A87ADC7EA2B6}" destId="{CB9C0305-E823-45CE-9E86-B461E7C584EC}" srcOrd="4" destOrd="0" presId="urn:microsoft.com/office/officeart/2005/8/layout/hProcess4"/>
    <dgm:cxn modelId="{A1BE1BBE-ECC7-421F-8BA8-D97BF724A223}" type="presParOf" srcId="{C4376E5A-F0BD-482A-A6D2-9AF36803F470}" destId="{B455D364-7A21-4D45-8A70-EC4D64820208}" srcOrd="3" destOrd="0" presId="urn:microsoft.com/office/officeart/2005/8/layout/hProcess4"/>
    <dgm:cxn modelId="{8224A28C-43CA-421A-B6FD-911B9B5DFB65}" type="presParOf" srcId="{C4376E5A-F0BD-482A-A6D2-9AF36803F470}" destId="{0B2B3C37-8F2D-45D9-9B32-88AE5F051515}" srcOrd="4" destOrd="0" presId="urn:microsoft.com/office/officeart/2005/8/layout/hProcess4"/>
    <dgm:cxn modelId="{86D45D51-0DDC-4D8B-AE6A-C9DB0F48C37F}" type="presParOf" srcId="{0B2B3C37-8F2D-45D9-9B32-88AE5F051515}" destId="{1C7CD8DF-1FAA-49EA-BF10-4C5577CB422A}" srcOrd="0" destOrd="0" presId="urn:microsoft.com/office/officeart/2005/8/layout/hProcess4"/>
    <dgm:cxn modelId="{FCDD7125-16B3-426B-91DE-B96564000E05}" type="presParOf" srcId="{0B2B3C37-8F2D-45D9-9B32-88AE5F051515}" destId="{A118989D-EEF3-4DDF-AACB-7D66C14DC545}" srcOrd="1" destOrd="0" presId="urn:microsoft.com/office/officeart/2005/8/layout/hProcess4"/>
    <dgm:cxn modelId="{6D7B9205-9E60-4A71-9736-2BCCC59D4BDF}" type="presParOf" srcId="{0B2B3C37-8F2D-45D9-9B32-88AE5F051515}" destId="{F0E0BEF7-943D-41FA-B373-2C7448D099FF}" srcOrd="2" destOrd="0" presId="urn:microsoft.com/office/officeart/2005/8/layout/hProcess4"/>
    <dgm:cxn modelId="{9FA30E1E-1B9F-4528-BEE5-26E1289E27D8}" type="presParOf" srcId="{0B2B3C37-8F2D-45D9-9B32-88AE5F051515}" destId="{212B5D81-E31E-425F-91C0-6E3945E73C75}" srcOrd="3" destOrd="0" presId="urn:microsoft.com/office/officeart/2005/8/layout/hProcess4"/>
    <dgm:cxn modelId="{9CFC38F9-E202-4B42-ADD8-D96E5AED6BD2}" type="presParOf" srcId="{0B2B3C37-8F2D-45D9-9B32-88AE5F051515}" destId="{F5D9E047-4E69-471F-ACD5-97C082965A05}" srcOrd="4" destOrd="0" presId="urn:microsoft.com/office/officeart/2005/8/layout/hProcess4"/>
    <dgm:cxn modelId="{BB446A80-61F5-48F3-98A2-48C50D6A6FA8}" type="presParOf" srcId="{C4376E5A-F0BD-482A-A6D2-9AF36803F470}" destId="{A031B1BE-8558-45E9-A3E6-90A9DA44DE9E}" srcOrd="5" destOrd="0" presId="urn:microsoft.com/office/officeart/2005/8/layout/hProcess4"/>
    <dgm:cxn modelId="{B637E1BF-64A6-47D5-91ED-57FD904D3617}" type="presParOf" srcId="{C4376E5A-F0BD-482A-A6D2-9AF36803F470}" destId="{2BAB0952-37BB-47C2-8F2C-A1DE5CC865D3}" srcOrd="6" destOrd="0" presId="urn:microsoft.com/office/officeart/2005/8/layout/hProcess4"/>
    <dgm:cxn modelId="{62D7C99A-A8C2-4B14-84C7-84AD2A340624}" type="presParOf" srcId="{2BAB0952-37BB-47C2-8F2C-A1DE5CC865D3}" destId="{4ABC9A17-AE5B-4062-BD8C-18DE573DF814}" srcOrd="0" destOrd="0" presId="urn:microsoft.com/office/officeart/2005/8/layout/hProcess4"/>
    <dgm:cxn modelId="{020A291A-BDBF-47B1-96EC-220CB6C2D7A7}" type="presParOf" srcId="{2BAB0952-37BB-47C2-8F2C-A1DE5CC865D3}" destId="{09BA8C20-F136-41C8-A07E-556B95ADCC8F}" srcOrd="1" destOrd="0" presId="urn:microsoft.com/office/officeart/2005/8/layout/hProcess4"/>
    <dgm:cxn modelId="{CA4539F5-1484-4CEB-B8F2-7CA22B600352}" type="presParOf" srcId="{2BAB0952-37BB-47C2-8F2C-A1DE5CC865D3}" destId="{0BFF7822-C5E9-4851-A394-7DB396EAA4D2}" srcOrd="2" destOrd="0" presId="urn:microsoft.com/office/officeart/2005/8/layout/hProcess4"/>
    <dgm:cxn modelId="{79011572-08B0-406E-94DC-583FC179025D}" type="presParOf" srcId="{2BAB0952-37BB-47C2-8F2C-A1DE5CC865D3}" destId="{FA9A0720-300F-423B-9BE4-5ADD1E891840}" srcOrd="3" destOrd="0" presId="urn:microsoft.com/office/officeart/2005/8/layout/hProcess4"/>
    <dgm:cxn modelId="{4BDE9BBF-9324-4BC7-9FEF-478D0C4C748B}" type="presParOf" srcId="{2BAB0952-37BB-47C2-8F2C-A1DE5CC865D3}" destId="{A24ABDEE-0055-44D1-BCB4-8E05CA8B8F27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679F57-D5AF-4D8F-99B3-8E2391018BA9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467D70-9610-4E55-A36A-3154BE9500C4}">
      <dgm:prSet phldrT="[Text]"/>
      <dgm:spPr/>
      <dgm:t>
        <a:bodyPr/>
        <a:lstStyle/>
        <a:p>
          <a:r>
            <a:rPr lang="en-US" dirty="0" smtClean="0"/>
            <a:t>T-TEST</a:t>
          </a:r>
        </a:p>
        <a:p>
          <a:r>
            <a:rPr lang="en-US" dirty="0" smtClean="0"/>
            <a:t>(Total Spend)</a:t>
          </a:r>
          <a:endParaRPr lang="en-IN" dirty="0"/>
        </a:p>
      </dgm:t>
    </dgm:pt>
    <dgm:pt modelId="{BEC415C5-3907-4BB2-84AE-15E1BA8525A3}" type="parTrans" cxnId="{6E46FF71-0877-460A-915A-F96BB690EF9C}">
      <dgm:prSet/>
      <dgm:spPr/>
      <dgm:t>
        <a:bodyPr/>
        <a:lstStyle/>
        <a:p>
          <a:endParaRPr lang="en-IN"/>
        </a:p>
      </dgm:t>
    </dgm:pt>
    <dgm:pt modelId="{1182635B-4DD1-4009-9DCB-29D866C18F80}" type="sibTrans" cxnId="{6E46FF71-0877-460A-915A-F96BB690EF9C}">
      <dgm:prSet/>
      <dgm:spPr/>
      <dgm:t>
        <a:bodyPr/>
        <a:lstStyle/>
        <a:p>
          <a:endParaRPr lang="en-IN"/>
        </a:p>
      </dgm:t>
    </dgm:pt>
    <dgm:pt modelId="{729926F9-8C68-4E06-ACF6-3CCF17BF9541}">
      <dgm:prSet phldrT="[Text]" custT="1"/>
      <dgm:spPr/>
      <dgm:t>
        <a:bodyPr/>
        <a:lstStyle/>
        <a:p>
          <a:r>
            <a:rPr lang="en-US" sz="1600" dirty="0" smtClean="0"/>
            <a:t>Purpose: Total Spend with Kids and Without Kids </a:t>
          </a:r>
          <a:endParaRPr lang="en-IN" sz="1600" dirty="0"/>
        </a:p>
      </dgm:t>
    </dgm:pt>
    <dgm:pt modelId="{31038655-997F-427B-BAD2-E4DEE0116480}" type="parTrans" cxnId="{1E3EEBC6-2BEF-4520-856F-6507AE54F599}">
      <dgm:prSet/>
      <dgm:spPr/>
      <dgm:t>
        <a:bodyPr/>
        <a:lstStyle/>
        <a:p>
          <a:endParaRPr lang="en-IN"/>
        </a:p>
      </dgm:t>
    </dgm:pt>
    <dgm:pt modelId="{6E78C03B-6E2C-4B91-93DF-D251C821DD29}" type="sibTrans" cxnId="{1E3EEBC6-2BEF-4520-856F-6507AE54F599}">
      <dgm:prSet/>
      <dgm:spPr/>
      <dgm:t>
        <a:bodyPr/>
        <a:lstStyle/>
        <a:p>
          <a:endParaRPr lang="en-IN"/>
        </a:p>
      </dgm:t>
    </dgm:pt>
    <dgm:pt modelId="{BD759308-7634-4C61-8C1F-79550B0445B8}">
      <dgm:prSet phldrT="[Text]"/>
      <dgm:spPr/>
      <dgm:t>
        <a:bodyPr/>
        <a:lstStyle/>
        <a:p>
          <a:r>
            <a:rPr lang="en-US" dirty="0" smtClean="0"/>
            <a:t>Result: p- value &lt;0.05, reject null hypothesis</a:t>
          </a:r>
          <a:endParaRPr lang="en-IN" dirty="0"/>
        </a:p>
      </dgm:t>
    </dgm:pt>
    <dgm:pt modelId="{2A345A84-85EC-4536-9776-A3C91D7CC6FB}" type="parTrans" cxnId="{38605596-4169-4011-B2B4-0327B045F365}">
      <dgm:prSet/>
      <dgm:spPr/>
      <dgm:t>
        <a:bodyPr/>
        <a:lstStyle/>
        <a:p>
          <a:endParaRPr lang="en-IN"/>
        </a:p>
      </dgm:t>
    </dgm:pt>
    <dgm:pt modelId="{908E248C-BDDE-4543-A5D6-00D40EABB8F1}" type="sibTrans" cxnId="{38605596-4169-4011-B2B4-0327B045F365}">
      <dgm:prSet/>
      <dgm:spPr/>
      <dgm:t>
        <a:bodyPr/>
        <a:lstStyle/>
        <a:p>
          <a:endParaRPr lang="en-IN"/>
        </a:p>
      </dgm:t>
    </dgm:pt>
    <dgm:pt modelId="{B9774955-E602-438A-BD88-8686249FC828}">
      <dgm:prSet phldrT="[Text]"/>
      <dgm:spPr/>
      <dgm:t>
        <a:bodyPr/>
        <a:lstStyle/>
        <a:p>
          <a:r>
            <a:rPr lang="en-US" dirty="0" smtClean="0"/>
            <a:t>Insight: Customers without  kids spend more than customers with children.</a:t>
          </a:r>
          <a:endParaRPr lang="en-IN" dirty="0"/>
        </a:p>
      </dgm:t>
    </dgm:pt>
    <dgm:pt modelId="{CDB87C6D-AE03-4F2A-AB26-5FBF8A7F186F}" type="parTrans" cxnId="{97FFB981-EB0F-4BD0-AD2E-1D9318B2950B}">
      <dgm:prSet/>
      <dgm:spPr/>
      <dgm:t>
        <a:bodyPr/>
        <a:lstStyle/>
        <a:p>
          <a:endParaRPr lang="en-IN"/>
        </a:p>
      </dgm:t>
    </dgm:pt>
    <dgm:pt modelId="{A7F901F7-2759-4661-A949-119991D64108}" type="sibTrans" cxnId="{97FFB981-EB0F-4BD0-AD2E-1D9318B2950B}">
      <dgm:prSet/>
      <dgm:spPr/>
      <dgm:t>
        <a:bodyPr/>
        <a:lstStyle/>
        <a:p>
          <a:endParaRPr lang="en-IN"/>
        </a:p>
      </dgm:t>
    </dgm:pt>
    <dgm:pt modelId="{F3BBBFEF-092D-4BE2-BFC5-288DE6926DD2}" type="pres">
      <dgm:prSet presAssocID="{C1679F57-D5AF-4D8F-99B3-8E2391018BA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8DB63B4C-B99A-47B2-A498-84182B1F9613}" type="pres">
      <dgm:prSet presAssocID="{4B467D70-9610-4E55-A36A-3154BE9500C4}" presName="thickLine" presStyleLbl="alignNode1" presStyleIdx="0" presStyleCnt="1"/>
      <dgm:spPr/>
    </dgm:pt>
    <dgm:pt modelId="{6FB6905A-4F28-42BC-8ACA-39896DDFDA1B}" type="pres">
      <dgm:prSet presAssocID="{4B467D70-9610-4E55-A36A-3154BE9500C4}" presName="horz1" presStyleCnt="0"/>
      <dgm:spPr/>
    </dgm:pt>
    <dgm:pt modelId="{7380577C-F80B-4FA4-A359-172A81952C19}" type="pres">
      <dgm:prSet presAssocID="{4B467D70-9610-4E55-A36A-3154BE9500C4}" presName="tx1" presStyleLbl="revTx" presStyleIdx="0" presStyleCnt="4"/>
      <dgm:spPr/>
      <dgm:t>
        <a:bodyPr/>
        <a:lstStyle/>
        <a:p>
          <a:endParaRPr lang="en-IN"/>
        </a:p>
      </dgm:t>
    </dgm:pt>
    <dgm:pt modelId="{790CBAD4-1439-4411-BCC7-AFFA4813913B}" type="pres">
      <dgm:prSet presAssocID="{4B467D70-9610-4E55-A36A-3154BE9500C4}" presName="vert1" presStyleCnt="0"/>
      <dgm:spPr/>
    </dgm:pt>
    <dgm:pt modelId="{5AEA7D1C-3377-441E-86D2-9BC7E25FEAAE}" type="pres">
      <dgm:prSet presAssocID="{729926F9-8C68-4E06-ACF6-3CCF17BF9541}" presName="vertSpace2a" presStyleCnt="0"/>
      <dgm:spPr/>
    </dgm:pt>
    <dgm:pt modelId="{8F1E408D-8B22-4F0C-9CA6-507B8D2C7D4E}" type="pres">
      <dgm:prSet presAssocID="{729926F9-8C68-4E06-ACF6-3CCF17BF9541}" presName="horz2" presStyleCnt="0"/>
      <dgm:spPr/>
    </dgm:pt>
    <dgm:pt modelId="{16DECD0B-FCAA-4037-82C1-CA5068DEE7E5}" type="pres">
      <dgm:prSet presAssocID="{729926F9-8C68-4E06-ACF6-3CCF17BF9541}" presName="horzSpace2" presStyleCnt="0"/>
      <dgm:spPr/>
    </dgm:pt>
    <dgm:pt modelId="{ED7B841B-40D8-4706-8ACD-AD6645306FBF}" type="pres">
      <dgm:prSet presAssocID="{729926F9-8C68-4E06-ACF6-3CCF17BF9541}" presName="tx2" presStyleLbl="revTx" presStyleIdx="1" presStyleCnt="4"/>
      <dgm:spPr/>
      <dgm:t>
        <a:bodyPr/>
        <a:lstStyle/>
        <a:p>
          <a:endParaRPr lang="en-IN"/>
        </a:p>
      </dgm:t>
    </dgm:pt>
    <dgm:pt modelId="{1CA80814-8F03-471D-8930-6B0B72837CA9}" type="pres">
      <dgm:prSet presAssocID="{729926F9-8C68-4E06-ACF6-3CCF17BF9541}" presName="vert2" presStyleCnt="0"/>
      <dgm:spPr/>
    </dgm:pt>
    <dgm:pt modelId="{9B6D39C0-8900-4588-AFC4-600037258608}" type="pres">
      <dgm:prSet presAssocID="{729926F9-8C68-4E06-ACF6-3CCF17BF9541}" presName="thinLine2b" presStyleLbl="callout" presStyleIdx="0" presStyleCnt="3"/>
      <dgm:spPr/>
    </dgm:pt>
    <dgm:pt modelId="{5D581C94-1247-4335-9D5E-723386FDA7CA}" type="pres">
      <dgm:prSet presAssocID="{729926F9-8C68-4E06-ACF6-3CCF17BF9541}" presName="vertSpace2b" presStyleCnt="0"/>
      <dgm:spPr/>
    </dgm:pt>
    <dgm:pt modelId="{AE475888-680C-452E-929B-EDC8D9A86967}" type="pres">
      <dgm:prSet presAssocID="{BD759308-7634-4C61-8C1F-79550B0445B8}" presName="horz2" presStyleCnt="0"/>
      <dgm:spPr/>
    </dgm:pt>
    <dgm:pt modelId="{BCE5CCB9-C759-47C1-9703-5B32045C9B6F}" type="pres">
      <dgm:prSet presAssocID="{BD759308-7634-4C61-8C1F-79550B0445B8}" presName="horzSpace2" presStyleCnt="0"/>
      <dgm:spPr/>
    </dgm:pt>
    <dgm:pt modelId="{9505112B-BB6B-49BA-87DB-05FC84EF27A2}" type="pres">
      <dgm:prSet presAssocID="{BD759308-7634-4C61-8C1F-79550B0445B8}" presName="tx2" presStyleLbl="revTx" presStyleIdx="2" presStyleCnt="4"/>
      <dgm:spPr/>
      <dgm:t>
        <a:bodyPr/>
        <a:lstStyle/>
        <a:p>
          <a:endParaRPr lang="en-IN"/>
        </a:p>
      </dgm:t>
    </dgm:pt>
    <dgm:pt modelId="{667A5AA6-05E4-4082-9E28-EAC50FB4C8E1}" type="pres">
      <dgm:prSet presAssocID="{BD759308-7634-4C61-8C1F-79550B0445B8}" presName="vert2" presStyleCnt="0"/>
      <dgm:spPr/>
    </dgm:pt>
    <dgm:pt modelId="{EDF881F7-A826-4B96-8587-661F8BDC1C2E}" type="pres">
      <dgm:prSet presAssocID="{BD759308-7634-4C61-8C1F-79550B0445B8}" presName="thinLine2b" presStyleLbl="callout" presStyleIdx="1" presStyleCnt="3"/>
      <dgm:spPr/>
    </dgm:pt>
    <dgm:pt modelId="{5ACA9563-38D7-47E1-AEB9-90DE97A69F33}" type="pres">
      <dgm:prSet presAssocID="{BD759308-7634-4C61-8C1F-79550B0445B8}" presName="vertSpace2b" presStyleCnt="0"/>
      <dgm:spPr/>
    </dgm:pt>
    <dgm:pt modelId="{96749B52-84ED-4ED0-8C57-94DF0E9AD787}" type="pres">
      <dgm:prSet presAssocID="{B9774955-E602-438A-BD88-8686249FC828}" presName="horz2" presStyleCnt="0"/>
      <dgm:spPr/>
    </dgm:pt>
    <dgm:pt modelId="{2AA43D6B-153F-4B23-B57A-4005AB47416E}" type="pres">
      <dgm:prSet presAssocID="{B9774955-E602-438A-BD88-8686249FC828}" presName="horzSpace2" presStyleCnt="0"/>
      <dgm:spPr/>
    </dgm:pt>
    <dgm:pt modelId="{972C757D-8A3E-490C-837D-F5846C64DEDE}" type="pres">
      <dgm:prSet presAssocID="{B9774955-E602-438A-BD88-8686249FC828}" presName="tx2" presStyleLbl="revTx" presStyleIdx="3" presStyleCnt="4"/>
      <dgm:spPr/>
      <dgm:t>
        <a:bodyPr/>
        <a:lstStyle/>
        <a:p>
          <a:endParaRPr lang="en-IN"/>
        </a:p>
      </dgm:t>
    </dgm:pt>
    <dgm:pt modelId="{13E0A3F5-150D-4EA8-9792-26D1CB989C97}" type="pres">
      <dgm:prSet presAssocID="{B9774955-E602-438A-BD88-8686249FC828}" presName="vert2" presStyleCnt="0"/>
      <dgm:spPr/>
    </dgm:pt>
    <dgm:pt modelId="{E9A5FA7E-5010-482E-A53B-230FFFC6680C}" type="pres">
      <dgm:prSet presAssocID="{B9774955-E602-438A-BD88-8686249FC828}" presName="thinLine2b" presStyleLbl="callout" presStyleIdx="2" presStyleCnt="3"/>
      <dgm:spPr/>
    </dgm:pt>
    <dgm:pt modelId="{066936EF-8097-4B7C-9655-2EB88B6C2D6E}" type="pres">
      <dgm:prSet presAssocID="{B9774955-E602-438A-BD88-8686249FC828}" presName="vertSpace2b" presStyleCnt="0"/>
      <dgm:spPr/>
    </dgm:pt>
  </dgm:ptLst>
  <dgm:cxnLst>
    <dgm:cxn modelId="{97FFB981-EB0F-4BD0-AD2E-1D9318B2950B}" srcId="{4B467D70-9610-4E55-A36A-3154BE9500C4}" destId="{B9774955-E602-438A-BD88-8686249FC828}" srcOrd="2" destOrd="0" parTransId="{CDB87C6D-AE03-4F2A-AB26-5FBF8A7F186F}" sibTransId="{A7F901F7-2759-4661-A949-119991D64108}"/>
    <dgm:cxn modelId="{38605596-4169-4011-B2B4-0327B045F365}" srcId="{4B467D70-9610-4E55-A36A-3154BE9500C4}" destId="{BD759308-7634-4C61-8C1F-79550B0445B8}" srcOrd="1" destOrd="0" parTransId="{2A345A84-85EC-4536-9776-A3C91D7CC6FB}" sibTransId="{908E248C-BDDE-4543-A5D6-00D40EABB8F1}"/>
    <dgm:cxn modelId="{48BA9E20-44C0-4BF4-A47A-F1F3015F048D}" type="presOf" srcId="{729926F9-8C68-4E06-ACF6-3CCF17BF9541}" destId="{ED7B841B-40D8-4706-8ACD-AD6645306FBF}" srcOrd="0" destOrd="0" presId="urn:microsoft.com/office/officeart/2008/layout/LinedList"/>
    <dgm:cxn modelId="{5885143D-61A8-4D55-BC0A-E0DCC2DF4116}" type="presOf" srcId="{B9774955-E602-438A-BD88-8686249FC828}" destId="{972C757D-8A3E-490C-837D-F5846C64DEDE}" srcOrd="0" destOrd="0" presId="urn:microsoft.com/office/officeart/2008/layout/LinedList"/>
    <dgm:cxn modelId="{5494D2B3-A4BA-4962-9C89-DF0C823A6204}" type="presOf" srcId="{4B467D70-9610-4E55-A36A-3154BE9500C4}" destId="{7380577C-F80B-4FA4-A359-172A81952C19}" srcOrd="0" destOrd="0" presId="urn:microsoft.com/office/officeart/2008/layout/LinedList"/>
    <dgm:cxn modelId="{5654A776-B24F-4AD4-87F8-6FFD39D81667}" type="presOf" srcId="{C1679F57-D5AF-4D8F-99B3-8E2391018BA9}" destId="{F3BBBFEF-092D-4BE2-BFC5-288DE6926DD2}" srcOrd="0" destOrd="0" presId="urn:microsoft.com/office/officeart/2008/layout/LinedList"/>
    <dgm:cxn modelId="{6E46FF71-0877-460A-915A-F96BB690EF9C}" srcId="{C1679F57-D5AF-4D8F-99B3-8E2391018BA9}" destId="{4B467D70-9610-4E55-A36A-3154BE9500C4}" srcOrd="0" destOrd="0" parTransId="{BEC415C5-3907-4BB2-84AE-15E1BA8525A3}" sibTransId="{1182635B-4DD1-4009-9DCB-29D866C18F80}"/>
    <dgm:cxn modelId="{07A6DED8-EB47-4C4B-9B90-E8EE0E754C94}" type="presOf" srcId="{BD759308-7634-4C61-8C1F-79550B0445B8}" destId="{9505112B-BB6B-49BA-87DB-05FC84EF27A2}" srcOrd="0" destOrd="0" presId="urn:microsoft.com/office/officeart/2008/layout/LinedList"/>
    <dgm:cxn modelId="{1E3EEBC6-2BEF-4520-856F-6507AE54F599}" srcId="{4B467D70-9610-4E55-A36A-3154BE9500C4}" destId="{729926F9-8C68-4E06-ACF6-3CCF17BF9541}" srcOrd="0" destOrd="0" parTransId="{31038655-997F-427B-BAD2-E4DEE0116480}" sibTransId="{6E78C03B-6E2C-4B91-93DF-D251C821DD29}"/>
    <dgm:cxn modelId="{2521F6F7-8641-4CF2-943E-8AB83B3D32E9}" type="presParOf" srcId="{F3BBBFEF-092D-4BE2-BFC5-288DE6926DD2}" destId="{8DB63B4C-B99A-47B2-A498-84182B1F9613}" srcOrd="0" destOrd="0" presId="urn:microsoft.com/office/officeart/2008/layout/LinedList"/>
    <dgm:cxn modelId="{8A9189F8-BD23-4EA2-90D7-9B95B2E499D0}" type="presParOf" srcId="{F3BBBFEF-092D-4BE2-BFC5-288DE6926DD2}" destId="{6FB6905A-4F28-42BC-8ACA-39896DDFDA1B}" srcOrd="1" destOrd="0" presId="urn:microsoft.com/office/officeart/2008/layout/LinedList"/>
    <dgm:cxn modelId="{808A8AEB-08DB-4CA3-ABAD-349E7149123A}" type="presParOf" srcId="{6FB6905A-4F28-42BC-8ACA-39896DDFDA1B}" destId="{7380577C-F80B-4FA4-A359-172A81952C19}" srcOrd="0" destOrd="0" presId="urn:microsoft.com/office/officeart/2008/layout/LinedList"/>
    <dgm:cxn modelId="{873FA129-DCC4-4D57-8482-36369E835527}" type="presParOf" srcId="{6FB6905A-4F28-42BC-8ACA-39896DDFDA1B}" destId="{790CBAD4-1439-4411-BCC7-AFFA4813913B}" srcOrd="1" destOrd="0" presId="urn:microsoft.com/office/officeart/2008/layout/LinedList"/>
    <dgm:cxn modelId="{268F5DD8-FD1F-4D37-A0A8-95CD33421481}" type="presParOf" srcId="{790CBAD4-1439-4411-BCC7-AFFA4813913B}" destId="{5AEA7D1C-3377-441E-86D2-9BC7E25FEAAE}" srcOrd="0" destOrd="0" presId="urn:microsoft.com/office/officeart/2008/layout/LinedList"/>
    <dgm:cxn modelId="{EBCC73E4-DBFB-401B-8F32-98B964D54F93}" type="presParOf" srcId="{790CBAD4-1439-4411-BCC7-AFFA4813913B}" destId="{8F1E408D-8B22-4F0C-9CA6-507B8D2C7D4E}" srcOrd="1" destOrd="0" presId="urn:microsoft.com/office/officeart/2008/layout/LinedList"/>
    <dgm:cxn modelId="{360624F0-24AA-4E1E-AE23-51BAFD909E76}" type="presParOf" srcId="{8F1E408D-8B22-4F0C-9CA6-507B8D2C7D4E}" destId="{16DECD0B-FCAA-4037-82C1-CA5068DEE7E5}" srcOrd="0" destOrd="0" presId="urn:microsoft.com/office/officeart/2008/layout/LinedList"/>
    <dgm:cxn modelId="{3A0FEE2D-498A-4B94-B4DA-B8D915F54E99}" type="presParOf" srcId="{8F1E408D-8B22-4F0C-9CA6-507B8D2C7D4E}" destId="{ED7B841B-40D8-4706-8ACD-AD6645306FBF}" srcOrd="1" destOrd="0" presId="urn:microsoft.com/office/officeart/2008/layout/LinedList"/>
    <dgm:cxn modelId="{2B5A08C9-C505-483B-ABB8-ED5EFC6C8855}" type="presParOf" srcId="{8F1E408D-8B22-4F0C-9CA6-507B8D2C7D4E}" destId="{1CA80814-8F03-471D-8930-6B0B72837CA9}" srcOrd="2" destOrd="0" presId="urn:microsoft.com/office/officeart/2008/layout/LinedList"/>
    <dgm:cxn modelId="{21A33086-9118-48CB-A409-953CC57701B4}" type="presParOf" srcId="{790CBAD4-1439-4411-BCC7-AFFA4813913B}" destId="{9B6D39C0-8900-4588-AFC4-600037258608}" srcOrd="2" destOrd="0" presId="urn:microsoft.com/office/officeart/2008/layout/LinedList"/>
    <dgm:cxn modelId="{7646F159-0DDB-48F7-A57F-DD618DB71231}" type="presParOf" srcId="{790CBAD4-1439-4411-BCC7-AFFA4813913B}" destId="{5D581C94-1247-4335-9D5E-723386FDA7CA}" srcOrd="3" destOrd="0" presId="urn:microsoft.com/office/officeart/2008/layout/LinedList"/>
    <dgm:cxn modelId="{66A5C971-4F58-410E-B905-A9760245382E}" type="presParOf" srcId="{790CBAD4-1439-4411-BCC7-AFFA4813913B}" destId="{AE475888-680C-452E-929B-EDC8D9A86967}" srcOrd="4" destOrd="0" presId="urn:microsoft.com/office/officeart/2008/layout/LinedList"/>
    <dgm:cxn modelId="{B566E84D-9115-406E-95EE-6C86092CFD35}" type="presParOf" srcId="{AE475888-680C-452E-929B-EDC8D9A86967}" destId="{BCE5CCB9-C759-47C1-9703-5B32045C9B6F}" srcOrd="0" destOrd="0" presId="urn:microsoft.com/office/officeart/2008/layout/LinedList"/>
    <dgm:cxn modelId="{3ED63B90-9A94-4C72-94E2-025B66257094}" type="presParOf" srcId="{AE475888-680C-452E-929B-EDC8D9A86967}" destId="{9505112B-BB6B-49BA-87DB-05FC84EF27A2}" srcOrd="1" destOrd="0" presId="urn:microsoft.com/office/officeart/2008/layout/LinedList"/>
    <dgm:cxn modelId="{30650B10-767B-470B-8C5A-44219A214EAE}" type="presParOf" srcId="{AE475888-680C-452E-929B-EDC8D9A86967}" destId="{667A5AA6-05E4-4082-9E28-EAC50FB4C8E1}" srcOrd="2" destOrd="0" presId="urn:microsoft.com/office/officeart/2008/layout/LinedList"/>
    <dgm:cxn modelId="{B91E927B-00A0-40B4-AF94-03F1C67CDBC6}" type="presParOf" srcId="{790CBAD4-1439-4411-BCC7-AFFA4813913B}" destId="{EDF881F7-A826-4B96-8587-661F8BDC1C2E}" srcOrd="5" destOrd="0" presId="urn:microsoft.com/office/officeart/2008/layout/LinedList"/>
    <dgm:cxn modelId="{26A23325-340F-4899-B5B8-73F10A09D0C8}" type="presParOf" srcId="{790CBAD4-1439-4411-BCC7-AFFA4813913B}" destId="{5ACA9563-38D7-47E1-AEB9-90DE97A69F33}" srcOrd="6" destOrd="0" presId="urn:microsoft.com/office/officeart/2008/layout/LinedList"/>
    <dgm:cxn modelId="{CF23112A-975D-4D15-9613-426F4FF9616D}" type="presParOf" srcId="{790CBAD4-1439-4411-BCC7-AFFA4813913B}" destId="{96749B52-84ED-4ED0-8C57-94DF0E9AD787}" srcOrd="7" destOrd="0" presId="urn:microsoft.com/office/officeart/2008/layout/LinedList"/>
    <dgm:cxn modelId="{F5E5E386-92E3-4E72-9AC2-5233BEF63876}" type="presParOf" srcId="{96749B52-84ED-4ED0-8C57-94DF0E9AD787}" destId="{2AA43D6B-153F-4B23-B57A-4005AB47416E}" srcOrd="0" destOrd="0" presId="urn:microsoft.com/office/officeart/2008/layout/LinedList"/>
    <dgm:cxn modelId="{E6E1F571-F671-45D3-9B9C-87D17FF7FC5D}" type="presParOf" srcId="{96749B52-84ED-4ED0-8C57-94DF0E9AD787}" destId="{972C757D-8A3E-490C-837D-F5846C64DEDE}" srcOrd="1" destOrd="0" presId="urn:microsoft.com/office/officeart/2008/layout/LinedList"/>
    <dgm:cxn modelId="{8FFA7FD5-E51B-4A44-B3B9-C514FFD8CB42}" type="presParOf" srcId="{96749B52-84ED-4ED0-8C57-94DF0E9AD787}" destId="{13E0A3F5-150D-4EA8-9792-26D1CB989C97}" srcOrd="2" destOrd="0" presId="urn:microsoft.com/office/officeart/2008/layout/LinedList"/>
    <dgm:cxn modelId="{399E4D59-0862-4B3F-8048-CF8B4A8E54BF}" type="presParOf" srcId="{790CBAD4-1439-4411-BCC7-AFFA4813913B}" destId="{E9A5FA7E-5010-482E-A53B-230FFFC6680C}" srcOrd="8" destOrd="0" presId="urn:microsoft.com/office/officeart/2008/layout/LinedList"/>
    <dgm:cxn modelId="{9D6886B9-F88A-4752-A44E-A59E8E2B1084}" type="presParOf" srcId="{790CBAD4-1439-4411-BCC7-AFFA4813913B}" destId="{066936EF-8097-4B7C-9655-2EB88B6C2D6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679F57-D5AF-4D8F-99B3-8E2391018BA9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467D70-9610-4E55-A36A-3154BE9500C4}">
      <dgm:prSet phldrT="[Text]"/>
      <dgm:spPr/>
      <dgm:t>
        <a:bodyPr/>
        <a:lstStyle/>
        <a:p>
          <a:r>
            <a:rPr lang="en-US" dirty="0" smtClean="0"/>
            <a:t>T-TEST</a:t>
          </a:r>
        </a:p>
        <a:p>
          <a:r>
            <a:rPr lang="en-US" dirty="0" smtClean="0"/>
            <a:t>(</a:t>
          </a:r>
          <a:r>
            <a:rPr lang="en-US" dirty="0" err="1" smtClean="0"/>
            <a:t>Resp-onse</a:t>
          </a:r>
          <a:r>
            <a:rPr lang="en-US" dirty="0" smtClean="0"/>
            <a:t>)</a:t>
          </a:r>
          <a:endParaRPr lang="en-IN" dirty="0"/>
        </a:p>
      </dgm:t>
    </dgm:pt>
    <dgm:pt modelId="{BEC415C5-3907-4BB2-84AE-15E1BA8525A3}" type="parTrans" cxnId="{6E46FF71-0877-460A-915A-F96BB690EF9C}">
      <dgm:prSet/>
      <dgm:spPr/>
      <dgm:t>
        <a:bodyPr/>
        <a:lstStyle/>
        <a:p>
          <a:endParaRPr lang="en-IN"/>
        </a:p>
      </dgm:t>
    </dgm:pt>
    <dgm:pt modelId="{1182635B-4DD1-4009-9DCB-29D866C18F80}" type="sibTrans" cxnId="{6E46FF71-0877-460A-915A-F96BB690EF9C}">
      <dgm:prSet/>
      <dgm:spPr/>
      <dgm:t>
        <a:bodyPr/>
        <a:lstStyle/>
        <a:p>
          <a:endParaRPr lang="en-IN"/>
        </a:p>
      </dgm:t>
    </dgm:pt>
    <dgm:pt modelId="{729926F9-8C68-4E06-ACF6-3CCF17BF9541}">
      <dgm:prSet phldrT="[Text]"/>
      <dgm:spPr/>
      <dgm:t>
        <a:bodyPr/>
        <a:lstStyle/>
        <a:p>
          <a:r>
            <a:rPr lang="en-US" dirty="0" smtClean="0"/>
            <a:t>Purpose: Acceptance rate with Kids and without Kids </a:t>
          </a:r>
          <a:endParaRPr lang="en-IN" dirty="0"/>
        </a:p>
      </dgm:t>
    </dgm:pt>
    <dgm:pt modelId="{31038655-997F-427B-BAD2-E4DEE0116480}" type="parTrans" cxnId="{1E3EEBC6-2BEF-4520-856F-6507AE54F599}">
      <dgm:prSet/>
      <dgm:spPr/>
      <dgm:t>
        <a:bodyPr/>
        <a:lstStyle/>
        <a:p>
          <a:endParaRPr lang="en-IN"/>
        </a:p>
      </dgm:t>
    </dgm:pt>
    <dgm:pt modelId="{6E78C03B-6E2C-4B91-93DF-D251C821DD29}" type="sibTrans" cxnId="{1E3EEBC6-2BEF-4520-856F-6507AE54F599}">
      <dgm:prSet/>
      <dgm:spPr/>
      <dgm:t>
        <a:bodyPr/>
        <a:lstStyle/>
        <a:p>
          <a:endParaRPr lang="en-IN"/>
        </a:p>
      </dgm:t>
    </dgm:pt>
    <dgm:pt modelId="{BD759308-7634-4C61-8C1F-79550B0445B8}">
      <dgm:prSet phldrT="[Text]"/>
      <dgm:spPr/>
      <dgm:t>
        <a:bodyPr/>
        <a:lstStyle/>
        <a:p>
          <a:r>
            <a:rPr lang="en-US" dirty="0" smtClean="0"/>
            <a:t>Result: p- value &lt;0.05, reject null hypothesis</a:t>
          </a:r>
          <a:endParaRPr lang="en-IN" dirty="0"/>
        </a:p>
      </dgm:t>
    </dgm:pt>
    <dgm:pt modelId="{2A345A84-85EC-4536-9776-A3C91D7CC6FB}" type="parTrans" cxnId="{38605596-4169-4011-B2B4-0327B045F365}">
      <dgm:prSet/>
      <dgm:spPr/>
      <dgm:t>
        <a:bodyPr/>
        <a:lstStyle/>
        <a:p>
          <a:endParaRPr lang="en-IN"/>
        </a:p>
      </dgm:t>
    </dgm:pt>
    <dgm:pt modelId="{908E248C-BDDE-4543-A5D6-00D40EABB8F1}" type="sibTrans" cxnId="{38605596-4169-4011-B2B4-0327B045F365}">
      <dgm:prSet/>
      <dgm:spPr/>
      <dgm:t>
        <a:bodyPr/>
        <a:lstStyle/>
        <a:p>
          <a:endParaRPr lang="en-IN"/>
        </a:p>
      </dgm:t>
    </dgm:pt>
    <dgm:pt modelId="{B9774955-E602-438A-BD88-8686249FC828}">
      <dgm:prSet phldrT="[Text]"/>
      <dgm:spPr/>
      <dgm:t>
        <a:bodyPr/>
        <a:lstStyle/>
        <a:p>
          <a:r>
            <a:rPr lang="en-US" dirty="0" smtClean="0"/>
            <a:t>Insight: Family status affects campaign acceptance.</a:t>
          </a:r>
          <a:endParaRPr lang="en-IN" dirty="0"/>
        </a:p>
      </dgm:t>
    </dgm:pt>
    <dgm:pt modelId="{CDB87C6D-AE03-4F2A-AB26-5FBF8A7F186F}" type="parTrans" cxnId="{97FFB981-EB0F-4BD0-AD2E-1D9318B2950B}">
      <dgm:prSet/>
      <dgm:spPr/>
      <dgm:t>
        <a:bodyPr/>
        <a:lstStyle/>
        <a:p>
          <a:endParaRPr lang="en-IN"/>
        </a:p>
      </dgm:t>
    </dgm:pt>
    <dgm:pt modelId="{A7F901F7-2759-4661-A949-119991D64108}" type="sibTrans" cxnId="{97FFB981-EB0F-4BD0-AD2E-1D9318B2950B}">
      <dgm:prSet/>
      <dgm:spPr/>
      <dgm:t>
        <a:bodyPr/>
        <a:lstStyle/>
        <a:p>
          <a:endParaRPr lang="en-IN"/>
        </a:p>
      </dgm:t>
    </dgm:pt>
    <dgm:pt modelId="{F3BBBFEF-092D-4BE2-BFC5-288DE6926DD2}" type="pres">
      <dgm:prSet presAssocID="{C1679F57-D5AF-4D8F-99B3-8E2391018BA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8DB63B4C-B99A-47B2-A498-84182B1F9613}" type="pres">
      <dgm:prSet presAssocID="{4B467D70-9610-4E55-A36A-3154BE9500C4}" presName="thickLine" presStyleLbl="alignNode1" presStyleIdx="0" presStyleCnt="1"/>
      <dgm:spPr/>
    </dgm:pt>
    <dgm:pt modelId="{6FB6905A-4F28-42BC-8ACA-39896DDFDA1B}" type="pres">
      <dgm:prSet presAssocID="{4B467D70-9610-4E55-A36A-3154BE9500C4}" presName="horz1" presStyleCnt="0"/>
      <dgm:spPr/>
    </dgm:pt>
    <dgm:pt modelId="{7380577C-F80B-4FA4-A359-172A81952C19}" type="pres">
      <dgm:prSet presAssocID="{4B467D70-9610-4E55-A36A-3154BE9500C4}" presName="tx1" presStyleLbl="revTx" presStyleIdx="0" presStyleCnt="4"/>
      <dgm:spPr/>
      <dgm:t>
        <a:bodyPr/>
        <a:lstStyle/>
        <a:p>
          <a:endParaRPr lang="en-IN"/>
        </a:p>
      </dgm:t>
    </dgm:pt>
    <dgm:pt modelId="{790CBAD4-1439-4411-BCC7-AFFA4813913B}" type="pres">
      <dgm:prSet presAssocID="{4B467D70-9610-4E55-A36A-3154BE9500C4}" presName="vert1" presStyleCnt="0"/>
      <dgm:spPr/>
    </dgm:pt>
    <dgm:pt modelId="{5AEA7D1C-3377-441E-86D2-9BC7E25FEAAE}" type="pres">
      <dgm:prSet presAssocID="{729926F9-8C68-4E06-ACF6-3CCF17BF9541}" presName="vertSpace2a" presStyleCnt="0"/>
      <dgm:spPr/>
    </dgm:pt>
    <dgm:pt modelId="{8F1E408D-8B22-4F0C-9CA6-507B8D2C7D4E}" type="pres">
      <dgm:prSet presAssocID="{729926F9-8C68-4E06-ACF6-3CCF17BF9541}" presName="horz2" presStyleCnt="0"/>
      <dgm:spPr/>
    </dgm:pt>
    <dgm:pt modelId="{16DECD0B-FCAA-4037-82C1-CA5068DEE7E5}" type="pres">
      <dgm:prSet presAssocID="{729926F9-8C68-4E06-ACF6-3CCF17BF9541}" presName="horzSpace2" presStyleCnt="0"/>
      <dgm:spPr/>
    </dgm:pt>
    <dgm:pt modelId="{ED7B841B-40D8-4706-8ACD-AD6645306FBF}" type="pres">
      <dgm:prSet presAssocID="{729926F9-8C68-4E06-ACF6-3CCF17BF9541}" presName="tx2" presStyleLbl="revTx" presStyleIdx="1" presStyleCnt="4"/>
      <dgm:spPr/>
      <dgm:t>
        <a:bodyPr/>
        <a:lstStyle/>
        <a:p>
          <a:endParaRPr lang="en-IN"/>
        </a:p>
      </dgm:t>
    </dgm:pt>
    <dgm:pt modelId="{1CA80814-8F03-471D-8930-6B0B72837CA9}" type="pres">
      <dgm:prSet presAssocID="{729926F9-8C68-4E06-ACF6-3CCF17BF9541}" presName="vert2" presStyleCnt="0"/>
      <dgm:spPr/>
    </dgm:pt>
    <dgm:pt modelId="{9B6D39C0-8900-4588-AFC4-600037258608}" type="pres">
      <dgm:prSet presAssocID="{729926F9-8C68-4E06-ACF6-3CCF17BF9541}" presName="thinLine2b" presStyleLbl="callout" presStyleIdx="0" presStyleCnt="3"/>
      <dgm:spPr/>
    </dgm:pt>
    <dgm:pt modelId="{5D581C94-1247-4335-9D5E-723386FDA7CA}" type="pres">
      <dgm:prSet presAssocID="{729926F9-8C68-4E06-ACF6-3CCF17BF9541}" presName="vertSpace2b" presStyleCnt="0"/>
      <dgm:spPr/>
    </dgm:pt>
    <dgm:pt modelId="{AE475888-680C-452E-929B-EDC8D9A86967}" type="pres">
      <dgm:prSet presAssocID="{BD759308-7634-4C61-8C1F-79550B0445B8}" presName="horz2" presStyleCnt="0"/>
      <dgm:spPr/>
    </dgm:pt>
    <dgm:pt modelId="{BCE5CCB9-C759-47C1-9703-5B32045C9B6F}" type="pres">
      <dgm:prSet presAssocID="{BD759308-7634-4C61-8C1F-79550B0445B8}" presName="horzSpace2" presStyleCnt="0"/>
      <dgm:spPr/>
    </dgm:pt>
    <dgm:pt modelId="{9505112B-BB6B-49BA-87DB-05FC84EF27A2}" type="pres">
      <dgm:prSet presAssocID="{BD759308-7634-4C61-8C1F-79550B0445B8}" presName="tx2" presStyleLbl="revTx" presStyleIdx="2" presStyleCnt="4"/>
      <dgm:spPr/>
      <dgm:t>
        <a:bodyPr/>
        <a:lstStyle/>
        <a:p>
          <a:endParaRPr lang="en-IN"/>
        </a:p>
      </dgm:t>
    </dgm:pt>
    <dgm:pt modelId="{667A5AA6-05E4-4082-9E28-EAC50FB4C8E1}" type="pres">
      <dgm:prSet presAssocID="{BD759308-7634-4C61-8C1F-79550B0445B8}" presName="vert2" presStyleCnt="0"/>
      <dgm:spPr/>
    </dgm:pt>
    <dgm:pt modelId="{EDF881F7-A826-4B96-8587-661F8BDC1C2E}" type="pres">
      <dgm:prSet presAssocID="{BD759308-7634-4C61-8C1F-79550B0445B8}" presName="thinLine2b" presStyleLbl="callout" presStyleIdx="1" presStyleCnt="3"/>
      <dgm:spPr/>
    </dgm:pt>
    <dgm:pt modelId="{5ACA9563-38D7-47E1-AEB9-90DE97A69F33}" type="pres">
      <dgm:prSet presAssocID="{BD759308-7634-4C61-8C1F-79550B0445B8}" presName="vertSpace2b" presStyleCnt="0"/>
      <dgm:spPr/>
    </dgm:pt>
    <dgm:pt modelId="{96749B52-84ED-4ED0-8C57-94DF0E9AD787}" type="pres">
      <dgm:prSet presAssocID="{B9774955-E602-438A-BD88-8686249FC828}" presName="horz2" presStyleCnt="0"/>
      <dgm:spPr/>
    </dgm:pt>
    <dgm:pt modelId="{2AA43D6B-153F-4B23-B57A-4005AB47416E}" type="pres">
      <dgm:prSet presAssocID="{B9774955-E602-438A-BD88-8686249FC828}" presName="horzSpace2" presStyleCnt="0"/>
      <dgm:spPr/>
    </dgm:pt>
    <dgm:pt modelId="{972C757D-8A3E-490C-837D-F5846C64DEDE}" type="pres">
      <dgm:prSet presAssocID="{B9774955-E602-438A-BD88-8686249FC828}" presName="tx2" presStyleLbl="revTx" presStyleIdx="3" presStyleCnt="4"/>
      <dgm:spPr/>
      <dgm:t>
        <a:bodyPr/>
        <a:lstStyle/>
        <a:p>
          <a:endParaRPr lang="en-IN"/>
        </a:p>
      </dgm:t>
    </dgm:pt>
    <dgm:pt modelId="{13E0A3F5-150D-4EA8-9792-26D1CB989C97}" type="pres">
      <dgm:prSet presAssocID="{B9774955-E602-438A-BD88-8686249FC828}" presName="vert2" presStyleCnt="0"/>
      <dgm:spPr/>
    </dgm:pt>
    <dgm:pt modelId="{E9A5FA7E-5010-482E-A53B-230FFFC6680C}" type="pres">
      <dgm:prSet presAssocID="{B9774955-E602-438A-BD88-8686249FC828}" presName="thinLine2b" presStyleLbl="callout" presStyleIdx="2" presStyleCnt="3"/>
      <dgm:spPr/>
    </dgm:pt>
    <dgm:pt modelId="{066936EF-8097-4B7C-9655-2EB88B6C2D6E}" type="pres">
      <dgm:prSet presAssocID="{B9774955-E602-438A-BD88-8686249FC828}" presName="vertSpace2b" presStyleCnt="0"/>
      <dgm:spPr/>
    </dgm:pt>
  </dgm:ptLst>
  <dgm:cxnLst>
    <dgm:cxn modelId="{BA04E5EA-2062-4D85-B09D-3A7BDFDED1B6}" type="presOf" srcId="{BD759308-7634-4C61-8C1F-79550B0445B8}" destId="{9505112B-BB6B-49BA-87DB-05FC84EF27A2}" srcOrd="0" destOrd="0" presId="urn:microsoft.com/office/officeart/2008/layout/LinedList"/>
    <dgm:cxn modelId="{5439833A-4855-4242-B574-1FE47582EC4F}" type="presOf" srcId="{C1679F57-D5AF-4D8F-99B3-8E2391018BA9}" destId="{F3BBBFEF-092D-4BE2-BFC5-288DE6926DD2}" srcOrd="0" destOrd="0" presId="urn:microsoft.com/office/officeart/2008/layout/LinedList"/>
    <dgm:cxn modelId="{812EDEB2-F503-479B-81CD-359C4DD975BC}" type="presOf" srcId="{4B467D70-9610-4E55-A36A-3154BE9500C4}" destId="{7380577C-F80B-4FA4-A359-172A81952C19}" srcOrd="0" destOrd="0" presId="urn:microsoft.com/office/officeart/2008/layout/LinedList"/>
    <dgm:cxn modelId="{77BD7764-F12E-48B9-BFDB-73B04D31DD87}" type="presOf" srcId="{B9774955-E602-438A-BD88-8686249FC828}" destId="{972C757D-8A3E-490C-837D-F5846C64DEDE}" srcOrd="0" destOrd="0" presId="urn:microsoft.com/office/officeart/2008/layout/LinedList"/>
    <dgm:cxn modelId="{97FFB981-EB0F-4BD0-AD2E-1D9318B2950B}" srcId="{4B467D70-9610-4E55-A36A-3154BE9500C4}" destId="{B9774955-E602-438A-BD88-8686249FC828}" srcOrd="2" destOrd="0" parTransId="{CDB87C6D-AE03-4F2A-AB26-5FBF8A7F186F}" sibTransId="{A7F901F7-2759-4661-A949-119991D64108}"/>
    <dgm:cxn modelId="{6E46FF71-0877-460A-915A-F96BB690EF9C}" srcId="{C1679F57-D5AF-4D8F-99B3-8E2391018BA9}" destId="{4B467D70-9610-4E55-A36A-3154BE9500C4}" srcOrd="0" destOrd="0" parTransId="{BEC415C5-3907-4BB2-84AE-15E1BA8525A3}" sibTransId="{1182635B-4DD1-4009-9DCB-29D866C18F80}"/>
    <dgm:cxn modelId="{38605596-4169-4011-B2B4-0327B045F365}" srcId="{4B467D70-9610-4E55-A36A-3154BE9500C4}" destId="{BD759308-7634-4C61-8C1F-79550B0445B8}" srcOrd="1" destOrd="0" parTransId="{2A345A84-85EC-4536-9776-A3C91D7CC6FB}" sibTransId="{908E248C-BDDE-4543-A5D6-00D40EABB8F1}"/>
    <dgm:cxn modelId="{5F23FC62-5ADE-4E03-8827-5A9414572AFE}" type="presOf" srcId="{729926F9-8C68-4E06-ACF6-3CCF17BF9541}" destId="{ED7B841B-40D8-4706-8ACD-AD6645306FBF}" srcOrd="0" destOrd="0" presId="urn:microsoft.com/office/officeart/2008/layout/LinedList"/>
    <dgm:cxn modelId="{1E3EEBC6-2BEF-4520-856F-6507AE54F599}" srcId="{4B467D70-9610-4E55-A36A-3154BE9500C4}" destId="{729926F9-8C68-4E06-ACF6-3CCF17BF9541}" srcOrd="0" destOrd="0" parTransId="{31038655-997F-427B-BAD2-E4DEE0116480}" sibTransId="{6E78C03B-6E2C-4B91-93DF-D251C821DD29}"/>
    <dgm:cxn modelId="{95C1684B-AF3B-4DF1-AF7E-3907E3ED8681}" type="presParOf" srcId="{F3BBBFEF-092D-4BE2-BFC5-288DE6926DD2}" destId="{8DB63B4C-B99A-47B2-A498-84182B1F9613}" srcOrd="0" destOrd="0" presId="urn:microsoft.com/office/officeart/2008/layout/LinedList"/>
    <dgm:cxn modelId="{C48964C7-A61C-42AB-9F55-C32094847CBF}" type="presParOf" srcId="{F3BBBFEF-092D-4BE2-BFC5-288DE6926DD2}" destId="{6FB6905A-4F28-42BC-8ACA-39896DDFDA1B}" srcOrd="1" destOrd="0" presId="urn:microsoft.com/office/officeart/2008/layout/LinedList"/>
    <dgm:cxn modelId="{3BE4B1DC-8084-4E61-980D-A2C0EF724A26}" type="presParOf" srcId="{6FB6905A-4F28-42BC-8ACA-39896DDFDA1B}" destId="{7380577C-F80B-4FA4-A359-172A81952C19}" srcOrd="0" destOrd="0" presId="urn:microsoft.com/office/officeart/2008/layout/LinedList"/>
    <dgm:cxn modelId="{24992466-7BAC-43AE-BD53-F0FBA5321F72}" type="presParOf" srcId="{6FB6905A-4F28-42BC-8ACA-39896DDFDA1B}" destId="{790CBAD4-1439-4411-BCC7-AFFA4813913B}" srcOrd="1" destOrd="0" presId="urn:microsoft.com/office/officeart/2008/layout/LinedList"/>
    <dgm:cxn modelId="{43E0BA58-19B0-4E9D-8887-6155B719BA9E}" type="presParOf" srcId="{790CBAD4-1439-4411-BCC7-AFFA4813913B}" destId="{5AEA7D1C-3377-441E-86D2-9BC7E25FEAAE}" srcOrd="0" destOrd="0" presId="urn:microsoft.com/office/officeart/2008/layout/LinedList"/>
    <dgm:cxn modelId="{AB36D320-8B24-4496-86B2-06DC3D98C37A}" type="presParOf" srcId="{790CBAD4-1439-4411-BCC7-AFFA4813913B}" destId="{8F1E408D-8B22-4F0C-9CA6-507B8D2C7D4E}" srcOrd="1" destOrd="0" presId="urn:microsoft.com/office/officeart/2008/layout/LinedList"/>
    <dgm:cxn modelId="{038BFABB-A9C5-426D-9FF8-C06E66B9BA4C}" type="presParOf" srcId="{8F1E408D-8B22-4F0C-9CA6-507B8D2C7D4E}" destId="{16DECD0B-FCAA-4037-82C1-CA5068DEE7E5}" srcOrd="0" destOrd="0" presId="urn:microsoft.com/office/officeart/2008/layout/LinedList"/>
    <dgm:cxn modelId="{4D9BD6A5-C520-42C8-AF63-BFECE7EFFCAA}" type="presParOf" srcId="{8F1E408D-8B22-4F0C-9CA6-507B8D2C7D4E}" destId="{ED7B841B-40D8-4706-8ACD-AD6645306FBF}" srcOrd="1" destOrd="0" presId="urn:microsoft.com/office/officeart/2008/layout/LinedList"/>
    <dgm:cxn modelId="{B5B39F7E-8F47-479D-A214-5062C6FFEE8C}" type="presParOf" srcId="{8F1E408D-8B22-4F0C-9CA6-507B8D2C7D4E}" destId="{1CA80814-8F03-471D-8930-6B0B72837CA9}" srcOrd="2" destOrd="0" presId="urn:microsoft.com/office/officeart/2008/layout/LinedList"/>
    <dgm:cxn modelId="{EF79D55F-7DD4-452A-85BE-7D9675590D1C}" type="presParOf" srcId="{790CBAD4-1439-4411-BCC7-AFFA4813913B}" destId="{9B6D39C0-8900-4588-AFC4-600037258608}" srcOrd="2" destOrd="0" presId="urn:microsoft.com/office/officeart/2008/layout/LinedList"/>
    <dgm:cxn modelId="{A4759719-614F-45ED-B22E-1F076856F416}" type="presParOf" srcId="{790CBAD4-1439-4411-BCC7-AFFA4813913B}" destId="{5D581C94-1247-4335-9D5E-723386FDA7CA}" srcOrd="3" destOrd="0" presId="urn:microsoft.com/office/officeart/2008/layout/LinedList"/>
    <dgm:cxn modelId="{B6936700-7A29-413C-BC24-46BAD5428ABC}" type="presParOf" srcId="{790CBAD4-1439-4411-BCC7-AFFA4813913B}" destId="{AE475888-680C-452E-929B-EDC8D9A86967}" srcOrd="4" destOrd="0" presId="urn:microsoft.com/office/officeart/2008/layout/LinedList"/>
    <dgm:cxn modelId="{D3CCEE46-2F21-43FB-9BBA-17F7D314A426}" type="presParOf" srcId="{AE475888-680C-452E-929B-EDC8D9A86967}" destId="{BCE5CCB9-C759-47C1-9703-5B32045C9B6F}" srcOrd="0" destOrd="0" presId="urn:microsoft.com/office/officeart/2008/layout/LinedList"/>
    <dgm:cxn modelId="{4C5C05EC-2B70-4DF1-9E2D-5A69E49B97B8}" type="presParOf" srcId="{AE475888-680C-452E-929B-EDC8D9A86967}" destId="{9505112B-BB6B-49BA-87DB-05FC84EF27A2}" srcOrd="1" destOrd="0" presId="urn:microsoft.com/office/officeart/2008/layout/LinedList"/>
    <dgm:cxn modelId="{F542FF49-7279-4D9A-AC31-42274036EEEA}" type="presParOf" srcId="{AE475888-680C-452E-929B-EDC8D9A86967}" destId="{667A5AA6-05E4-4082-9E28-EAC50FB4C8E1}" srcOrd="2" destOrd="0" presId="urn:microsoft.com/office/officeart/2008/layout/LinedList"/>
    <dgm:cxn modelId="{D3E95D57-C7BD-46BA-8ED9-F5F1C1CB3D4A}" type="presParOf" srcId="{790CBAD4-1439-4411-BCC7-AFFA4813913B}" destId="{EDF881F7-A826-4B96-8587-661F8BDC1C2E}" srcOrd="5" destOrd="0" presId="urn:microsoft.com/office/officeart/2008/layout/LinedList"/>
    <dgm:cxn modelId="{83589AD6-84D7-4C5C-AE54-F8169A9A1CD3}" type="presParOf" srcId="{790CBAD4-1439-4411-BCC7-AFFA4813913B}" destId="{5ACA9563-38D7-47E1-AEB9-90DE97A69F33}" srcOrd="6" destOrd="0" presId="urn:microsoft.com/office/officeart/2008/layout/LinedList"/>
    <dgm:cxn modelId="{80542285-92AC-41EF-BA5E-703C04498411}" type="presParOf" srcId="{790CBAD4-1439-4411-BCC7-AFFA4813913B}" destId="{96749B52-84ED-4ED0-8C57-94DF0E9AD787}" srcOrd="7" destOrd="0" presId="urn:microsoft.com/office/officeart/2008/layout/LinedList"/>
    <dgm:cxn modelId="{EB01C056-70F1-415D-BB80-005FAC827A5D}" type="presParOf" srcId="{96749B52-84ED-4ED0-8C57-94DF0E9AD787}" destId="{2AA43D6B-153F-4B23-B57A-4005AB47416E}" srcOrd="0" destOrd="0" presId="urn:microsoft.com/office/officeart/2008/layout/LinedList"/>
    <dgm:cxn modelId="{2D9BB6F5-BD55-4140-82A4-858519D85006}" type="presParOf" srcId="{96749B52-84ED-4ED0-8C57-94DF0E9AD787}" destId="{972C757D-8A3E-490C-837D-F5846C64DEDE}" srcOrd="1" destOrd="0" presId="urn:microsoft.com/office/officeart/2008/layout/LinedList"/>
    <dgm:cxn modelId="{AC742573-7FDA-47EB-B0B8-A7CDF54A5517}" type="presParOf" srcId="{96749B52-84ED-4ED0-8C57-94DF0E9AD787}" destId="{13E0A3F5-150D-4EA8-9792-26D1CB989C97}" srcOrd="2" destOrd="0" presId="urn:microsoft.com/office/officeart/2008/layout/LinedList"/>
    <dgm:cxn modelId="{4A31067D-32A1-41EE-B4E4-3CE8588E4BD3}" type="presParOf" srcId="{790CBAD4-1439-4411-BCC7-AFFA4813913B}" destId="{E9A5FA7E-5010-482E-A53B-230FFFC6680C}" srcOrd="8" destOrd="0" presId="urn:microsoft.com/office/officeart/2008/layout/LinedList"/>
    <dgm:cxn modelId="{23AE88B5-2703-41C6-BA66-6892D09362FF}" type="presParOf" srcId="{790CBAD4-1439-4411-BCC7-AFFA4813913B}" destId="{066936EF-8097-4B7C-9655-2EB88B6C2D6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1679F57-D5AF-4D8F-99B3-8E2391018BA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467D70-9610-4E55-A36A-3154BE9500C4}">
      <dgm:prSet phldrT="[Text]"/>
      <dgm:spPr/>
      <dgm:t>
        <a:bodyPr/>
        <a:lstStyle/>
        <a:p>
          <a:r>
            <a:rPr lang="en-US" dirty="0" smtClean="0"/>
            <a:t>A</a:t>
          </a:r>
        </a:p>
        <a:p>
          <a:r>
            <a:rPr lang="en-US" dirty="0" smtClean="0"/>
            <a:t>N</a:t>
          </a:r>
        </a:p>
        <a:p>
          <a:r>
            <a:rPr lang="en-US" dirty="0" smtClean="0"/>
            <a:t>O</a:t>
          </a:r>
        </a:p>
        <a:p>
          <a:r>
            <a:rPr lang="en-US" dirty="0" smtClean="0"/>
            <a:t>V</a:t>
          </a:r>
        </a:p>
        <a:p>
          <a:r>
            <a:rPr lang="en-US" dirty="0" smtClean="0"/>
            <a:t>A</a:t>
          </a:r>
          <a:endParaRPr lang="en-IN" dirty="0"/>
        </a:p>
      </dgm:t>
    </dgm:pt>
    <dgm:pt modelId="{BEC415C5-3907-4BB2-84AE-15E1BA8525A3}" type="parTrans" cxnId="{6E46FF71-0877-460A-915A-F96BB690EF9C}">
      <dgm:prSet/>
      <dgm:spPr/>
      <dgm:t>
        <a:bodyPr/>
        <a:lstStyle/>
        <a:p>
          <a:endParaRPr lang="en-IN"/>
        </a:p>
      </dgm:t>
    </dgm:pt>
    <dgm:pt modelId="{1182635B-4DD1-4009-9DCB-29D866C18F80}" type="sibTrans" cxnId="{6E46FF71-0877-460A-915A-F96BB690EF9C}">
      <dgm:prSet/>
      <dgm:spPr/>
      <dgm:t>
        <a:bodyPr/>
        <a:lstStyle/>
        <a:p>
          <a:endParaRPr lang="en-IN"/>
        </a:p>
      </dgm:t>
    </dgm:pt>
    <dgm:pt modelId="{729926F9-8C68-4E06-ACF6-3CCF17BF9541}">
      <dgm:prSet phldrT="[Text]"/>
      <dgm:spPr/>
      <dgm:t>
        <a:bodyPr/>
        <a:lstStyle/>
        <a:p>
          <a:r>
            <a:rPr lang="en-US" dirty="0" smtClean="0"/>
            <a:t>Purpose: Effect of Income Bracket on Total Spend</a:t>
          </a:r>
          <a:endParaRPr lang="en-IN" dirty="0"/>
        </a:p>
      </dgm:t>
    </dgm:pt>
    <dgm:pt modelId="{31038655-997F-427B-BAD2-E4DEE0116480}" type="parTrans" cxnId="{1E3EEBC6-2BEF-4520-856F-6507AE54F599}">
      <dgm:prSet/>
      <dgm:spPr/>
      <dgm:t>
        <a:bodyPr/>
        <a:lstStyle/>
        <a:p>
          <a:endParaRPr lang="en-IN"/>
        </a:p>
      </dgm:t>
    </dgm:pt>
    <dgm:pt modelId="{6E78C03B-6E2C-4B91-93DF-D251C821DD29}" type="sibTrans" cxnId="{1E3EEBC6-2BEF-4520-856F-6507AE54F599}">
      <dgm:prSet/>
      <dgm:spPr/>
      <dgm:t>
        <a:bodyPr/>
        <a:lstStyle/>
        <a:p>
          <a:endParaRPr lang="en-IN"/>
        </a:p>
      </dgm:t>
    </dgm:pt>
    <dgm:pt modelId="{BD759308-7634-4C61-8C1F-79550B0445B8}">
      <dgm:prSet phldrT="[Text]"/>
      <dgm:spPr/>
      <dgm:t>
        <a:bodyPr/>
        <a:lstStyle/>
        <a:p>
          <a:r>
            <a:rPr lang="en-US" dirty="0" smtClean="0"/>
            <a:t>Result: p- value &lt;0.05, reject null hypothesis</a:t>
          </a:r>
          <a:endParaRPr lang="en-IN" dirty="0"/>
        </a:p>
      </dgm:t>
    </dgm:pt>
    <dgm:pt modelId="{2A345A84-85EC-4536-9776-A3C91D7CC6FB}" type="parTrans" cxnId="{38605596-4169-4011-B2B4-0327B045F365}">
      <dgm:prSet/>
      <dgm:spPr/>
      <dgm:t>
        <a:bodyPr/>
        <a:lstStyle/>
        <a:p>
          <a:endParaRPr lang="en-IN"/>
        </a:p>
      </dgm:t>
    </dgm:pt>
    <dgm:pt modelId="{908E248C-BDDE-4543-A5D6-00D40EABB8F1}" type="sibTrans" cxnId="{38605596-4169-4011-B2B4-0327B045F365}">
      <dgm:prSet/>
      <dgm:spPr/>
      <dgm:t>
        <a:bodyPr/>
        <a:lstStyle/>
        <a:p>
          <a:endParaRPr lang="en-IN"/>
        </a:p>
      </dgm:t>
    </dgm:pt>
    <dgm:pt modelId="{B9774955-E602-438A-BD88-8686249FC828}">
      <dgm:prSet phldrT="[Text]"/>
      <dgm:spPr/>
      <dgm:t>
        <a:bodyPr/>
        <a:lstStyle/>
        <a:p>
          <a:r>
            <a:rPr lang="en-US" dirty="0" smtClean="0"/>
            <a:t>Insight: S</a:t>
          </a:r>
          <a:r>
            <a:rPr lang="en-IN" b="0" i="0" dirty="0" smtClean="0"/>
            <a:t>pending increases significantly with income.</a:t>
          </a:r>
          <a:endParaRPr lang="en-IN" dirty="0"/>
        </a:p>
      </dgm:t>
    </dgm:pt>
    <dgm:pt modelId="{CDB87C6D-AE03-4F2A-AB26-5FBF8A7F186F}" type="parTrans" cxnId="{97FFB981-EB0F-4BD0-AD2E-1D9318B2950B}">
      <dgm:prSet/>
      <dgm:spPr/>
      <dgm:t>
        <a:bodyPr/>
        <a:lstStyle/>
        <a:p>
          <a:endParaRPr lang="en-IN"/>
        </a:p>
      </dgm:t>
    </dgm:pt>
    <dgm:pt modelId="{A7F901F7-2759-4661-A949-119991D64108}" type="sibTrans" cxnId="{97FFB981-EB0F-4BD0-AD2E-1D9318B2950B}">
      <dgm:prSet/>
      <dgm:spPr/>
      <dgm:t>
        <a:bodyPr/>
        <a:lstStyle/>
        <a:p>
          <a:endParaRPr lang="en-IN"/>
        </a:p>
      </dgm:t>
    </dgm:pt>
    <dgm:pt modelId="{F3BBBFEF-092D-4BE2-BFC5-288DE6926DD2}" type="pres">
      <dgm:prSet presAssocID="{C1679F57-D5AF-4D8F-99B3-8E2391018BA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8DB63B4C-B99A-47B2-A498-84182B1F9613}" type="pres">
      <dgm:prSet presAssocID="{4B467D70-9610-4E55-A36A-3154BE9500C4}" presName="thickLine" presStyleLbl="alignNode1" presStyleIdx="0" presStyleCnt="1"/>
      <dgm:spPr/>
    </dgm:pt>
    <dgm:pt modelId="{6FB6905A-4F28-42BC-8ACA-39896DDFDA1B}" type="pres">
      <dgm:prSet presAssocID="{4B467D70-9610-4E55-A36A-3154BE9500C4}" presName="horz1" presStyleCnt="0"/>
      <dgm:spPr/>
    </dgm:pt>
    <dgm:pt modelId="{7380577C-F80B-4FA4-A359-172A81952C19}" type="pres">
      <dgm:prSet presAssocID="{4B467D70-9610-4E55-A36A-3154BE9500C4}" presName="tx1" presStyleLbl="revTx" presStyleIdx="0" presStyleCnt="4"/>
      <dgm:spPr/>
      <dgm:t>
        <a:bodyPr/>
        <a:lstStyle/>
        <a:p>
          <a:endParaRPr lang="en-IN"/>
        </a:p>
      </dgm:t>
    </dgm:pt>
    <dgm:pt modelId="{790CBAD4-1439-4411-BCC7-AFFA4813913B}" type="pres">
      <dgm:prSet presAssocID="{4B467D70-9610-4E55-A36A-3154BE9500C4}" presName="vert1" presStyleCnt="0"/>
      <dgm:spPr/>
    </dgm:pt>
    <dgm:pt modelId="{5AEA7D1C-3377-441E-86D2-9BC7E25FEAAE}" type="pres">
      <dgm:prSet presAssocID="{729926F9-8C68-4E06-ACF6-3CCF17BF9541}" presName="vertSpace2a" presStyleCnt="0"/>
      <dgm:spPr/>
    </dgm:pt>
    <dgm:pt modelId="{8F1E408D-8B22-4F0C-9CA6-507B8D2C7D4E}" type="pres">
      <dgm:prSet presAssocID="{729926F9-8C68-4E06-ACF6-3CCF17BF9541}" presName="horz2" presStyleCnt="0"/>
      <dgm:spPr/>
    </dgm:pt>
    <dgm:pt modelId="{16DECD0B-FCAA-4037-82C1-CA5068DEE7E5}" type="pres">
      <dgm:prSet presAssocID="{729926F9-8C68-4E06-ACF6-3CCF17BF9541}" presName="horzSpace2" presStyleCnt="0"/>
      <dgm:spPr/>
    </dgm:pt>
    <dgm:pt modelId="{ED7B841B-40D8-4706-8ACD-AD6645306FBF}" type="pres">
      <dgm:prSet presAssocID="{729926F9-8C68-4E06-ACF6-3CCF17BF9541}" presName="tx2" presStyleLbl="revTx" presStyleIdx="1" presStyleCnt="4"/>
      <dgm:spPr/>
      <dgm:t>
        <a:bodyPr/>
        <a:lstStyle/>
        <a:p>
          <a:endParaRPr lang="en-IN"/>
        </a:p>
      </dgm:t>
    </dgm:pt>
    <dgm:pt modelId="{1CA80814-8F03-471D-8930-6B0B72837CA9}" type="pres">
      <dgm:prSet presAssocID="{729926F9-8C68-4E06-ACF6-3CCF17BF9541}" presName="vert2" presStyleCnt="0"/>
      <dgm:spPr/>
    </dgm:pt>
    <dgm:pt modelId="{9B6D39C0-8900-4588-AFC4-600037258608}" type="pres">
      <dgm:prSet presAssocID="{729926F9-8C68-4E06-ACF6-3CCF17BF9541}" presName="thinLine2b" presStyleLbl="callout" presStyleIdx="0" presStyleCnt="3"/>
      <dgm:spPr/>
    </dgm:pt>
    <dgm:pt modelId="{5D581C94-1247-4335-9D5E-723386FDA7CA}" type="pres">
      <dgm:prSet presAssocID="{729926F9-8C68-4E06-ACF6-3CCF17BF9541}" presName="vertSpace2b" presStyleCnt="0"/>
      <dgm:spPr/>
    </dgm:pt>
    <dgm:pt modelId="{AE475888-680C-452E-929B-EDC8D9A86967}" type="pres">
      <dgm:prSet presAssocID="{BD759308-7634-4C61-8C1F-79550B0445B8}" presName="horz2" presStyleCnt="0"/>
      <dgm:spPr/>
    </dgm:pt>
    <dgm:pt modelId="{BCE5CCB9-C759-47C1-9703-5B32045C9B6F}" type="pres">
      <dgm:prSet presAssocID="{BD759308-7634-4C61-8C1F-79550B0445B8}" presName="horzSpace2" presStyleCnt="0"/>
      <dgm:spPr/>
    </dgm:pt>
    <dgm:pt modelId="{9505112B-BB6B-49BA-87DB-05FC84EF27A2}" type="pres">
      <dgm:prSet presAssocID="{BD759308-7634-4C61-8C1F-79550B0445B8}" presName="tx2" presStyleLbl="revTx" presStyleIdx="2" presStyleCnt="4"/>
      <dgm:spPr/>
      <dgm:t>
        <a:bodyPr/>
        <a:lstStyle/>
        <a:p>
          <a:endParaRPr lang="en-IN"/>
        </a:p>
      </dgm:t>
    </dgm:pt>
    <dgm:pt modelId="{667A5AA6-05E4-4082-9E28-EAC50FB4C8E1}" type="pres">
      <dgm:prSet presAssocID="{BD759308-7634-4C61-8C1F-79550B0445B8}" presName="vert2" presStyleCnt="0"/>
      <dgm:spPr/>
    </dgm:pt>
    <dgm:pt modelId="{EDF881F7-A826-4B96-8587-661F8BDC1C2E}" type="pres">
      <dgm:prSet presAssocID="{BD759308-7634-4C61-8C1F-79550B0445B8}" presName="thinLine2b" presStyleLbl="callout" presStyleIdx="1" presStyleCnt="3"/>
      <dgm:spPr/>
    </dgm:pt>
    <dgm:pt modelId="{5ACA9563-38D7-47E1-AEB9-90DE97A69F33}" type="pres">
      <dgm:prSet presAssocID="{BD759308-7634-4C61-8C1F-79550B0445B8}" presName="vertSpace2b" presStyleCnt="0"/>
      <dgm:spPr/>
    </dgm:pt>
    <dgm:pt modelId="{96749B52-84ED-4ED0-8C57-94DF0E9AD787}" type="pres">
      <dgm:prSet presAssocID="{B9774955-E602-438A-BD88-8686249FC828}" presName="horz2" presStyleCnt="0"/>
      <dgm:spPr/>
    </dgm:pt>
    <dgm:pt modelId="{2AA43D6B-153F-4B23-B57A-4005AB47416E}" type="pres">
      <dgm:prSet presAssocID="{B9774955-E602-438A-BD88-8686249FC828}" presName="horzSpace2" presStyleCnt="0"/>
      <dgm:spPr/>
    </dgm:pt>
    <dgm:pt modelId="{972C757D-8A3E-490C-837D-F5846C64DEDE}" type="pres">
      <dgm:prSet presAssocID="{B9774955-E602-438A-BD88-8686249FC828}" presName="tx2" presStyleLbl="revTx" presStyleIdx="3" presStyleCnt="4"/>
      <dgm:spPr/>
      <dgm:t>
        <a:bodyPr/>
        <a:lstStyle/>
        <a:p>
          <a:endParaRPr lang="en-IN"/>
        </a:p>
      </dgm:t>
    </dgm:pt>
    <dgm:pt modelId="{13E0A3F5-150D-4EA8-9792-26D1CB989C97}" type="pres">
      <dgm:prSet presAssocID="{B9774955-E602-438A-BD88-8686249FC828}" presName="vert2" presStyleCnt="0"/>
      <dgm:spPr/>
    </dgm:pt>
    <dgm:pt modelId="{E9A5FA7E-5010-482E-A53B-230FFFC6680C}" type="pres">
      <dgm:prSet presAssocID="{B9774955-E602-438A-BD88-8686249FC828}" presName="thinLine2b" presStyleLbl="callout" presStyleIdx="2" presStyleCnt="3"/>
      <dgm:spPr/>
    </dgm:pt>
    <dgm:pt modelId="{066936EF-8097-4B7C-9655-2EB88B6C2D6E}" type="pres">
      <dgm:prSet presAssocID="{B9774955-E602-438A-BD88-8686249FC828}" presName="vertSpace2b" presStyleCnt="0"/>
      <dgm:spPr/>
    </dgm:pt>
  </dgm:ptLst>
  <dgm:cxnLst>
    <dgm:cxn modelId="{9D4C4DF4-43B0-4DCC-B1AA-3F80EC670323}" type="presOf" srcId="{B9774955-E602-438A-BD88-8686249FC828}" destId="{972C757D-8A3E-490C-837D-F5846C64DEDE}" srcOrd="0" destOrd="0" presId="urn:microsoft.com/office/officeart/2008/layout/LinedList"/>
    <dgm:cxn modelId="{17AFAE29-3B65-4D15-BC77-8ACA99B85932}" type="presOf" srcId="{BD759308-7634-4C61-8C1F-79550B0445B8}" destId="{9505112B-BB6B-49BA-87DB-05FC84EF27A2}" srcOrd="0" destOrd="0" presId="urn:microsoft.com/office/officeart/2008/layout/LinedList"/>
    <dgm:cxn modelId="{A8B32006-85F2-4B90-8051-0FB533D01F9B}" type="presOf" srcId="{C1679F57-D5AF-4D8F-99B3-8E2391018BA9}" destId="{F3BBBFEF-092D-4BE2-BFC5-288DE6926DD2}" srcOrd="0" destOrd="0" presId="urn:microsoft.com/office/officeart/2008/layout/LinedList"/>
    <dgm:cxn modelId="{91458366-9B9F-4702-AABB-D8551D2CD205}" type="presOf" srcId="{729926F9-8C68-4E06-ACF6-3CCF17BF9541}" destId="{ED7B841B-40D8-4706-8ACD-AD6645306FBF}" srcOrd="0" destOrd="0" presId="urn:microsoft.com/office/officeart/2008/layout/LinedList"/>
    <dgm:cxn modelId="{97FFB981-EB0F-4BD0-AD2E-1D9318B2950B}" srcId="{4B467D70-9610-4E55-A36A-3154BE9500C4}" destId="{B9774955-E602-438A-BD88-8686249FC828}" srcOrd="2" destOrd="0" parTransId="{CDB87C6D-AE03-4F2A-AB26-5FBF8A7F186F}" sibTransId="{A7F901F7-2759-4661-A949-119991D64108}"/>
    <dgm:cxn modelId="{6E46FF71-0877-460A-915A-F96BB690EF9C}" srcId="{C1679F57-D5AF-4D8F-99B3-8E2391018BA9}" destId="{4B467D70-9610-4E55-A36A-3154BE9500C4}" srcOrd="0" destOrd="0" parTransId="{BEC415C5-3907-4BB2-84AE-15E1BA8525A3}" sibTransId="{1182635B-4DD1-4009-9DCB-29D866C18F80}"/>
    <dgm:cxn modelId="{38605596-4169-4011-B2B4-0327B045F365}" srcId="{4B467D70-9610-4E55-A36A-3154BE9500C4}" destId="{BD759308-7634-4C61-8C1F-79550B0445B8}" srcOrd="1" destOrd="0" parTransId="{2A345A84-85EC-4536-9776-A3C91D7CC6FB}" sibTransId="{908E248C-BDDE-4543-A5D6-00D40EABB8F1}"/>
    <dgm:cxn modelId="{F6300B3A-1E7F-4883-B66B-2987F0F21A38}" type="presOf" srcId="{4B467D70-9610-4E55-A36A-3154BE9500C4}" destId="{7380577C-F80B-4FA4-A359-172A81952C19}" srcOrd="0" destOrd="0" presId="urn:microsoft.com/office/officeart/2008/layout/LinedList"/>
    <dgm:cxn modelId="{1E3EEBC6-2BEF-4520-856F-6507AE54F599}" srcId="{4B467D70-9610-4E55-A36A-3154BE9500C4}" destId="{729926F9-8C68-4E06-ACF6-3CCF17BF9541}" srcOrd="0" destOrd="0" parTransId="{31038655-997F-427B-BAD2-E4DEE0116480}" sibTransId="{6E78C03B-6E2C-4B91-93DF-D251C821DD29}"/>
    <dgm:cxn modelId="{64BA46A3-6A7A-429B-8EB1-D1B146484A7A}" type="presParOf" srcId="{F3BBBFEF-092D-4BE2-BFC5-288DE6926DD2}" destId="{8DB63B4C-B99A-47B2-A498-84182B1F9613}" srcOrd="0" destOrd="0" presId="urn:microsoft.com/office/officeart/2008/layout/LinedList"/>
    <dgm:cxn modelId="{C11E7CE9-05C8-4E32-A0CE-D7337708DE5F}" type="presParOf" srcId="{F3BBBFEF-092D-4BE2-BFC5-288DE6926DD2}" destId="{6FB6905A-4F28-42BC-8ACA-39896DDFDA1B}" srcOrd="1" destOrd="0" presId="urn:microsoft.com/office/officeart/2008/layout/LinedList"/>
    <dgm:cxn modelId="{3FD47CA3-83F9-418A-B414-86A27F3456F2}" type="presParOf" srcId="{6FB6905A-4F28-42BC-8ACA-39896DDFDA1B}" destId="{7380577C-F80B-4FA4-A359-172A81952C19}" srcOrd="0" destOrd="0" presId="urn:microsoft.com/office/officeart/2008/layout/LinedList"/>
    <dgm:cxn modelId="{DF75A701-DDBE-4550-866A-80028CDE84AE}" type="presParOf" srcId="{6FB6905A-4F28-42BC-8ACA-39896DDFDA1B}" destId="{790CBAD4-1439-4411-BCC7-AFFA4813913B}" srcOrd="1" destOrd="0" presId="urn:microsoft.com/office/officeart/2008/layout/LinedList"/>
    <dgm:cxn modelId="{FE79265F-D8B8-4A66-9D8F-715361AA1ABF}" type="presParOf" srcId="{790CBAD4-1439-4411-BCC7-AFFA4813913B}" destId="{5AEA7D1C-3377-441E-86D2-9BC7E25FEAAE}" srcOrd="0" destOrd="0" presId="urn:microsoft.com/office/officeart/2008/layout/LinedList"/>
    <dgm:cxn modelId="{93C555B2-5E46-44B4-94F8-B71A20B0E99E}" type="presParOf" srcId="{790CBAD4-1439-4411-BCC7-AFFA4813913B}" destId="{8F1E408D-8B22-4F0C-9CA6-507B8D2C7D4E}" srcOrd="1" destOrd="0" presId="urn:microsoft.com/office/officeart/2008/layout/LinedList"/>
    <dgm:cxn modelId="{2F2050A3-004D-4576-820F-B54B1FF354D2}" type="presParOf" srcId="{8F1E408D-8B22-4F0C-9CA6-507B8D2C7D4E}" destId="{16DECD0B-FCAA-4037-82C1-CA5068DEE7E5}" srcOrd="0" destOrd="0" presId="urn:microsoft.com/office/officeart/2008/layout/LinedList"/>
    <dgm:cxn modelId="{A254A6A2-5970-407E-BF14-12B01334B34F}" type="presParOf" srcId="{8F1E408D-8B22-4F0C-9CA6-507B8D2C7D4E}" destId="{ED7B841B-40D8-4706-8ACD-AD6645306FBF}" srcOrd="1" destOrd="0" presId="urn:microsoft.com/office/officeart/2008/layout/LinedList"/>
    <dgm:cxn modelId="{D9F62795-75BA-44DB-8EFC-DC6FA0F43881}" type="presParOf" srcId="{8F1E408D-8B22-4F0C-9CA6-507B8D2C7D4E}" destId="{1CA80814-8F03-471D-8930-6B0B72837CA9}" srcOrd="2" destOrd="0" presId="urn:microsoft.com/office/officeart/2008/layout/LinedList"/>
    <dgm:cxn modelId="{BA0DB99A-1CDD-4AF7-B789-A6F07EA9890E}" type="presParOf" srcId="{790CBAD4-1439-4411-BCC7-AFFA4813913B}" destId="{9B6D39C0-8900-4588-AFC4-600037258608}" srcOrd="2" destOrd="0" presId="urn:microsoft.com/office/officeart/2008/layout/LinedList"/>
    <dgm:cxn modelId="{4A9E581C-F78B-46D6-9311-A4002070D9EE}" type="presParOf" srcId="{790CBAD4-1439-4411-BCC7-AFFA4813913B}" destId="{5D581C94-1247-4335-9D5E-723386FDA7CA}" srcOrd="3" destOrd="0" presId="urn:microsoft.com/office/officeart/2008/layout/LinedList"/>
    <dgm:cxn modelId="{3DD62C69-7484-4D3B-AFA6-CDA2078161ED}" type="presParOf" srcId="{790CBAD4-1439-4411-BCC7-AFFA4813913B}" destId="{AE475888-680C-452E-929B-EDC8D9A86967}" srcOrd="4" destOrd="0" presId="urn:microsoft.com/office/officeart/2008/layout/LinedList"/>
    <dgm:cxn modelId="{D61D8994-BF06-4246-8353-F5D20DAE1EA7}" type="presParOf" srcId="{AE475888-680C-452E-929B-EDC8D9A86967}" destId="{BCE5CCB9-C759-47C1-9703-5B32045C9B6F}" srcOrd="0" destOrd="0" presId="urn:microsoft.com/office/officeart/2008/layout/LinedList"/>
    <dgm:cxn modelId="{80DEF35A-4716-4F4E-9464-23F5DE50E2F9}" type="presParOf" srcId="{AE475888-680C-452E-929B-EDC8D9A86967}" destId="{9505112B-BB6B-49BA-87DB-05FC84EF27A2}" srcOrd="1" destOrd="0" presId="urn:microsoft.com/office/officeart/2008/layout/LinedList"/>
    <dgm:cxn modelId="{2E6C1BB1-0734-4D7D-83F2-7CC9CC354760}" type="presParOf" srcId="{AE475888-680C-452E-929B-EDC8D9A86967}" destId="{667A5AA6-05E4-4082-9E28-EAC50FB4C8E1}" srcOrd="2" destOrd="0" presId="urn:microsoft.com/office/officeart/2008/layout/LinedList"/>
    <dgm:cxn modelId="{9D2DE393-2F29-4133-8F59-F03F520D21EF}" type="presParOf" srcId="{790CBAD4-1439-4411-BCC7-AFFA4813913B}" destId="{EDF881F7-A826-4B96-8587-661F8BDC1C2E}" srcOrd="5" destOrd="0" presId="urn:microsoft.com/office/officeart/2008/layout/LinedList"/>
    <dgm:cxn modelId="{EAB43A47-9582-4AE7-8AF7-D6CFDB27D05D}" type="presParOf" srcId="{790CBAD4-1439-4411-BCC7-AFFA4813913B}" destId="{5ACA9563-38D7-47E1-AEB9-90DE97A69F33}" srcOrd="6" destOrd="0" presId="urn:microsoft.com/office/officeart/2008/layout/LinedList"/>
    <dgm:cxn modelId="{0DD47FAF-6E7D-465D-A469-A26C18FC5138}" type="presParOf" srcId="{790CBAD4-1439-4411-BCC7-AFFA4813913B}" destId="{96749B52-84ED-4ED0-8C57-94DF0E9AD787}" srcOrd="7" destOrd="0" presId="urn:microsoft.com/office/officeart/2008/layout/LinedList"/>
    <dgm:cxn modelId="{4D246166-B149-449D-BCEC-428A2F825B85}" type="presParOf" srcId="{96749B52-84ED-4ED0-8C57-94DF0E9AD787}" destId="{2AA43D6B-153F-4B23-B57A-4005AB47416E}" srcOrd="0" destOrd="0" presId="urn:microsoft.com/office/officeart/2008/layout/LinedList"/>
    <dgm:cxn modelId="{8C4A521C-4E51-42E1-93AC-A66AE9D0811C}" type="presParOf" srcId="{96749B52-84ED-4ED0-8C57-94DF0E9AD787}" destId="{972C757D-8A3E-490C-837D-F5846C64DEDE}" srcOrd="1" destOrd="0" presId="urn:microsoft.com/office/officeart/2008/layout/LinedList"/>
    <dgm:cxn modelId="{4C93344D-1533-48C3-B17A-C61CEF64C8EB}" type="presParOf" srcId="{96749B52-84ED-4ED0-8C57-94DF0E9AD787}" destId="{13E0A3F5-150D-4EA8-9792-26D1CB989C97}" srcOrd="2" destOrd="0" presId="urn:microsoft.com/office/officeart/2008/layout/LinedList"/>
    <dgm:cxn modelId="{0CC93431-1AE4-42AC-8B5D-DEFBA8747358}" type="presParOf" srcId="{790CBAD4-1439-4411-BCC7-AFFA4813913B}" destId="{E9A5FA7E-5010-482E-A53B-230FFFC6680C}" srcOrd="8" destOrd="0" presId="urn:microsoft.com/office/officeart/2008/layout/LinedList"/>
    <dgm:cxn modelId="{29E44A93-EBC8-4C29-AEC6-B608D156B74A}" type="presParOf" srcId="{790CBAD4-1439-4411-BCC7-AFFA4813913B}" destId="{066936EF-8097-4B7C-9655-2EB88B6C2D6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1679F57-D5AF-4D8F-99B3-8E2391018BA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467D70-9610-4E55-A36A-3154BE9500C4}">
      <dgm:prSet phldrT="[Text]"/>
      <dgm:spPr/>
      <dgm:t>
        <a:bodyPr/>
        <a:lstStyle/>
        <a:p>
          <a:r>
            <a:rPr lang="en-US" dirty="0" smtClean="0"/>
            <a:t>A</a:t>
          </a:r>
        </a:p>
        <a:p>
          <a:r>
            <a:rPr lang="en-US" dirty="0" smtClean="0"/>
            <a:t>N</a:t>
          </a:r>
        </a:p>
        <a:p>
          <a:r>
            <a:rPr lang="en-US" dirty="0" smtClean="0"/>
            <a:t>O</a:t>
          </a:r>
        </a:p>
        <a:p>
          <a:r>
            <a:rPr lang="en-US" dirty="0" smtClean="0"/>
            <a:t>V</a:t>
          </a:r>
        </a:p>
        <a:p>
          <a:r>
            <a:rPr lang="en-US" dirty="0" smtClean="0"/>
            <a:t>A</a:t>
          </a:r>
          <a:endParaRPr lang="en-IN" dirty="0"/>
        </a:p>
      </dgm:t>
    </dgm:pt>
    <dgm:pt modelId="{BEC415C5-3907-4BB2-84AE-15E1BA8525A3}" type="parTrans" cxnId="{6E46FF71-0877-460A-915A-F96BB690EF9C}">
      <dgm:prSet/>
      <dgm:spPr/>
      <dgm:t>
        <a:bodyPr/>
        <a:lstStyle/>
        <a:p>
          <a:endParaRPr lang="en-IN"/>
        </a:p>
      </dgm:t>
    </dgm:pt>
    <dgm:pt modelId="{1182635B-4DD1-4009-9DCB-29D866C18F80}" type="sibTrans" cxnId="{6E46FF71-0877-460A-915A-F96BB690EF9C}">
      <dgm:prSet/>
      <dgm:spPr/>
      <dgm:t>
        <a:bodyPr/>
        <a:lstStyle/>
        <a:p>
          <a:endParaRPr lang="en-IN"/>
        </a:p>
      </dgm:t>
    </dgm:pt>
    <dgm:pt modelId="{729926F9-8C68-4E06-ACF6-3CCF17BF9541}">
      <dgm:prSet phldrT="[Text]"/>
      <dgm:spPr/>
      <dgm:t>
        <a:bodyPr/>
        <a:lstStyle/>
        <a:p>
          <a:r>
            <a:rPr lang="en-US" dirty="0" smtClean="0"/>
            <a:t>Purpose: Effects of  Marital Status on  Total Spend</a:t>
          </a:r>
          <a:endParaRPr lang="en-IN" dirty="0"/>
        </a:p>
      </dgm:t>
    </dgm:pt>
    <dgm:pt modelId="{31038655-997F-427B-BAD2-E4DEE0116480}" type="parTrans" cxnId="{1E3EEBC6-2BEF-4520-856F-6507AE54F599}">
      <dgm:prSet/>
      <dgm:spPr/>
      <dgm:t>
        <a:bodyPr/>
        <a:lstStyle/>
        <a:p>
          <a:endParaRPr lang="en-IN"/>
        </a:p>
      </dgm:t>
    </dgm:pt>
    <dgm:pt modelId="{6E78C03B-6E2C-4B91-93DF-D251C821DD29}" type="sibTrans" cxnId="{1E3EEBC6-2BEF-4520-856F-6507AE54F599}">
      <dgm:prSet/>
      <dgm:spPr/>
      <dgm:t>
        <a:bodyPr/>
        <a:lstStyle/>
        <a:p>
          <a:endParaRPr lang="en-IN"/>
        </a:p>
      </dgm:t>
    </dgm:pt>
    <dgm:pt modelId="{BD759308-7634-4C61-8C1F-79550B0445B8}">
      <dgm:prSet phldrT="[Text]"/>
      <dgm:spPr/>
      <dgm:t>
        <a:bodyPr/>
        <a:lstStyle/>
        <a:p>
          <a:r>
            <a:rPr lang="en-US" dirty="0" smtClean="0"/>
            <a:t>Result: p- value &gt;0.05, fail to reject null hypothesis</a:t>
          </a:r>
          <a:endParaRPr lang="en-IN" dirty="0"/>
        </a:p>
      </dgm:t>
    </dgm:pt>
    <dgm:pt modelId="{2A345A84-85EC-4536-9776-A3C91D7CC6FB}" type="parTrans" cxnId="{38605596-4169-4011-B2B4-0327B045F365}">
      <dgm:prSet/>
      <dgm:spPr/>
      <dgm:t>
        <a:bodyPr/>
        <a:lstStyle/>
        <a:p>
          <a:endParaRPr lang="en-IN"/>
        </a:p>
      </dgm:t>
    </dgm:pt>
    <dgm:pt modelId="{908E248C-BDDE-4543-A5D6-00D40EABB8F1}" type="sibTrans" cxnId="{38605596-4169-4011-B2B4-0327B045F365}">
      <dgm:prSet/>
      <dgm:spPr/>
      <dgm:t>
        <a:bodyPr/>
        <a:lstStyle/>
        <a:p>
          <a:endParaRPr lang="en-IN"/>
        </a:p>
      </dgm:t>
    </dgm:pt>
    <dgm:pt modelId="{B9774955-E602-438A-BD88-8686249FC828}">
      <dgm:prSet phldrT="[Text]"/>
      <dgm:spPr/>
      <dgm:t>
        <a:bodyPr/>
        <a:lstStyle/>
        <a:p>
          <a:r>
            <a:rPr lang="en-US" dirty="0" smtClean="0"/>
            <a:t>Insight:</a:t>
          </a:r>
          <a:r>
            <a:rPr lang="en-IN" b="0" i="0" dirty="0" smtClean="0"/>
            <a:t>Marital Status does not show a significant effect on Total spend.</a:t>
          </a:r>
          <a:endParaRPr lang="en-IN" dirty="0"/>
        </a:p>
      </dgm:t>
    </dgm:pt>
    <dgm:pt modelId="{CDB87C6D-AE03-4F2A-AB26-5FBF8A7F186F}" type="parTrans" cxnId="{97FFB981-EB0F-4BD0-AD2E-1D9318B2950B}">
      <dgm:prSet/>
      <dgm:spPr/>
      <dgm:t>
        <a:bodyPr/>
        <a:lstStyle/>
        <a:p>
          <a:endParaRPr lang="en-IN"/>
        </a:p>
      </dgm:t>
    </dgm:pt>
    <dgm:pt modelId="{A7F901F7-2759-4661-A949-119991D64108}" type="sibTrans" cxnId="{97FFB981-EB0F-4BD0-AD2E-1D9318B2950B}">
      <dgm:prSet/>
      <dgm:spPr/>
      <dgm:t>
        <a:bodyPr/>
        <a:lstStyle/>
        <a:p>
          <a:endParaRPr lang="en-IN"/>
        </a:p>
      </dgm:t>
    </dgm:pt>
    <dgm:pt modelId="{F3BBBFEF-092D-4BE2-BFC5-288DE6926DD2}" type="pres">
      <dgm:prSet presAssocID="{C1679F57-D5AF-4D8F-99B3-8E2391018BA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8DB63B4C-B99A-47B2-A498-84182B1F9613}" type="pres">
      <dgm:prSet presAssocID="{4B467D70-9610-4E55-A36A-3154BE9500C4}" presName="thickLine" presStyleLbl="alignNode1" presStyleIdx="0" presStyleCnt="1"/>
      <dgm:spPr/>
    </dgm:pt>
    <dgm:pt modelId="{6FB6905A-4F28-42BC-8ACA-39896DDFDA1B}" type="pres">
      <dgm:prSet presAssocID="{4B467D70-9610-4E55-A36A-3154BE9500C4}" presName="horz1" presStyleCnt="0"/>
      <dgm:spPr/>
    </dgm:pt>
    <dgm:pt modelId="{7380577C-F80B-4FA4-A359-172A81952C19}" type="pres">
      <dgm:prSet presAssocID="{4B467D70-9610-4E55-A36A-3154BE9500C4}" presName="tx1" presStyleLbl="revTx" presStyleIdx="0" presStyleCnt="4"/>
      <dgm:spPr/>
      <dgm:t>
        <a:bodyPr/>
        <a:lstStyle/>
        <a:p>
          <a:endParaRPr lang="en-IN"/>
        </a:p>
      </dgm:t>
    </dgm:pt>
    <dgm:pt modelId="{790CBAD4-1439-4411-BCC7-AFFA4813913B}" type="pres">
      <dgm:prSet presAssocID="{4B467D70-9610-4E55-A36A-3154BE9500C4}" presName="vert1" presStyleCnt="0"/>
      <dgm:spPr/>
    </dgm:pt>
    <dgm:pt modelId="{5AEA7D1C-3377-441E-86D2-9BC7E25FEAAE}" type="pres">
      <dgm:prSet presAssocID="{729926F9-8C68-4E06-ACF6-3CCF17BF9541}" presName="vertSpace2a" presStyleCnt="0"/>
      <dgm:spPr/>
    </dgm:pt>
    <dgm:pt modelId="{8F1E408D-8B22-4F0C-9CA6-507B8D2C7D4E}" type="pres">
      <dgm:prSet presAssocID="{729926F9-8C68-4E06-ACF6-3CCF17BF9541}" presName="horz2" presStyleCnt="0"/>
      <dgm:spPr/>
    </dgm:pt>
    <dgm:pt modelId="{16DECD0B-FCAA-4037-82C1-CA5068DEE7E5}" type="pres">
      <dgm:prSet presAssocID="{729926F9-8C68-4E06-ACF6-3CCF17BF9541}" presName="horzSpace2" presStyleCnt="0"/>
      <dgm:spPr/>
    </dgm:pt>
    <dgm:pt modelId="{ED7B841B-40D8-4706-8ACD-AD6645306FBF}" type="pres">
      <dgm:prSet presAssocID="{729926F9-8C68-4E06-ACF6-3CCF17BF9541}" presName="tx2" presStyleLbl="revTx" presStyleIdx="1" presStyleCnt="4"/>
      <dgm:spPr/>
      <dgm:t>
        <a:bodyPr/>
        <a:lstStyle/>
        <a:p>
          <a:endParaRPr lang="en-IN"/>
        </a:p>
      </dgm:t>
    </dgm:pt>
    <dgm:pt modelId="{1CA80814-8F03-471D-8930-6B0B72837CA9}" type="pres">
      <dgm:prSet presAssocID="{729926F9-8C68-4E06-ACF6-3CCF17BF9541}" presName="vert2" presStyleCnt="0"/>
      <dgm:spPr/>
    </dgm:pt>
    <dgm:pt modelId="{9B6D39C0-8900-4588-AFC4-600037258608}" type="pres">
      <dgm:prSet presAssocID="{729926F9-8C68-4E06-ACF6-3CCF17BF9541}" presName="thinLine2b" presStyleLbl="callout" presStyleIdx="0" presStyleCnt="3"/>
      <dgm:spPr/>
    </dgm:pt>
    <dgm:pt modelId="{5D581C94-1247-4335-9D5E-723386FDA7CA}" type="pres">
      <dgm:prSet presAssocID="{729926F9-8C68-4E06-ACF6-3CCF17BF9541}" presName="vertSpace2b" presStyleCnt="0"/>
      <dgm:spPr/>
    </dgm:pt>
    <dgm:pt modelId="{AE475888-680C-452E-929B-EDC8D9A86967}" type="pres">
      <dgm:prSet presAssocID="{BD759308-7634-4C61-8C1F-79550B0445B8}" presName="horz2" presStyleCnt="0"/>
      <dgm:spPr/>
    </dgm:pt>
    <dgm:pt modelId="{BCE5CCB9-C759-47C1-9703-5B32045C9B6F}" type="pres">
      <dgm:prSet presAssocID="{BD759308-7634-4C61-8C1F-79550B0445B8}" presName="horzSpace2" presStyleCnt="0"/>
      <dgm:spPr/>
    </dgm:pt>
    <dgm:pt modelId="{9505112B-BB6B-49BA-87DB-05FC84EF27A2}" type="pres">
      <dgm:prSet presAssocID="{BD759308-7634-4C61-8C1F-79550B0445B8}" presName="tx2" presStyleLbl="revTx" presStyleIdx="2" presStyleCnt="4"/>
      <dgm:spPr/>
      <dgm:t>
        <a:bodyPr/>
        <a:lstStyle/>
        <a:p>
          <a:endParaRPr lang="en-IN"/>
        </a:p>
      </dgm:t>
    </dgm:pt>
    <dgm:pt modelId="{667A5AA6-05E4-4082-9E28-EAC50FB4C8E1}" type="pres">
      <dgm:prSet presAssocID="{BD759308-7634-4C61-8C1F-79550B0445B8}" presName="vert2" presStyleCnt="0"/>
      <dgm:spPr/>
    </dgm:pt>
    <dgm:pt modelId="{EDF881F7-A826-4B96-8587-661F8BDC1C2E}" type="pres">
      <dgm:prSet presAssocID="{BD759308-7634-4C61-8C1F-79550B0445B8}" presName="thinLine2b" presStyleLbl="callout" presStyleIdx="1" presStyleCnt="3"/>
      <dgm:spPr/>
    </dgm:pt>
    <dgm:pt modelId="{5ACA9563-38D7-47E1-AEB9-90DE97A69F33}" type="pres">
      <dgm:prSet presAssocID="{BD759308-7634-4C61-8C1F-79550B0445B8}" presName="vertSpace2b" presStyleCnt="0"/>
      <dgm:spPr/>
    </dgm:pt>
    <dgm:pt modelId="{96749B52-84ED-4ED0-8C57-94DF0E9AD787}" type="pres">
      <dgm:prSet presAssocID="{B9774955-E602-438A-BD88-8686249FC828}" presName="horz2" presStyleCnt="0"/>
      <dgm:spPr/>
    </dgm:pt>
    <dgm:pt modelId="{2AA43D6B-153F-4B23-B57A-4005AB47416E}" type="pres">
      <dgm:prSet presAssocID="{B9774955-E602-438A-BD88-8686249FC828}" presName="horzSpace2" presStyleCnt="0"/>
      <dgm:spPr/>
    </dgm:pt>
    <dgm:pt modelId="{972C757D-8A3E-490C-837D-F5846C64DEDE}" type="pres">
      <dgm:prSet presAssocID="{B9774955-E602-438A-BD88-8686249FC828}" presName="tx2" presStyleLbl="revTx" presStyleIdx="3" presStyleCnt="4"/>
      <dgm:spPr/>
      <dgm:t>
        <a:bodyPr/>
        <a:lstStyle/>
        <a:p>
          <a:endParaRPr lang="en-IN"/>
        </a:p>
      </dgm:t>
    </dgm:pt>
    <dgm:pt modelId="{13E0A3F5-150D-4EA8-9792-26D1CB989C97}" type="pres">
      <dgm:prSet presAssocID="{B9774955-E602-438A-BD88-8686249FC828}" presName="vert2" presStyleCnt="0"/>
      <dgm:spPr/>
    </dgm:pt>
    <dgm:pt modelId="{E9A5FA7E-5010-482E-A53B-230FFFC6680C}" type="pres">
      <dgm:prSet presAssocID="{B9774955-E602-438A-BD88-8686249FC828}" presName="thinLine2b" presStyleLbl="callout" presStyleIdx="2" presStyleCnt="3"/>
      <dgm:spPr/>
    </dgm:pt>
    <dgm:pt modelId="{066936EF-8097-4B7C-9655-2EB88B6C2D6E}" type="pres">
      <dgm:prSet presAssocID="{B9774955-E602-438A-BD88-8686249FC828}" presName="vertSpace2b" presStyleCnt="0"/>
      <dgm:spPr/>
    </dgm:pt>
  </dgm:ptLst>
  <dgm:cxnLst>
    <dgm:cxn modelId="{032C0F5D-277A-4C00-88A7-7BDA4A895922}" type="presOf" srcId="{BD759308-7634-4C61-8C1F-79550B0445B8}" destId="{9505112B-BB6B-49BA-87DB-05FC84EF27A2}" srcOrd="0" destOrd="0" presId="urn:microsoft.com/office/officeart/2008/layout/LinedList"/>
    <dgm:cxn modelId="{97FFB981-EB0F-4BD0-AD2E-1D9318B2950B}" srcId="{4B467D70-9610-4E55-A36A-3154BE9500C4}" destId="{B9774955-E602-438A-BD88-8686249FC828}" srcOrd="2" destOrd="0" parTransId="{CDB87C6D-AE03-4F2A-AB26-5FBF8A7F186F}" sibTransId="{A7F901F7-2759-4661-A949-119991D64108}"/>
    <dgm:cxn modelId="{38605596-4169-4011-B2B4-0327B045F365}" srcId="{4B467D70-9610-4E55-A36A-3154BE9500C4}" destId="{BD759308-7634-4C61-8C1F-79550B0445B8}" srcOrd="1" destOrd="0" parTransId="{2A345A84-85EC-4536-9776-A3C91D7CC6FB}" sibTransId="{908E248C-BDDE-4543-A5D6-00D40EABB8F1}"/>
    <dgm:cxn modelId="{AC5C2A46-0732-4637-B857-895865B728EF}" type="presOf" srcId="{4B467D70-9610-4E55-A36A-3154BE9500C4}" destId="{7380577C-F80B-4FA4-A359-172A81952C19}" srcOrd="0" destOrd="0" presId="urn:microsoft.com/office/officeart/2008/layout/LinedList"/>
    <dgm:cxn modelId="{94D44798-7FC8-4C7A-BA5A-40AFFA0061CE}" type="presOf" srcId="{B9774955-E602-438A-BD88-8686249FC828}" destId="{972C757D-8A3E-490C-837D-F5846C64DEDE}" srcOrd="0" destOrd="0" presId="urn:microsoft.com/office/officeart/2008/layout/LinedList"/>
    <dgm:cxn modelId="{13EAE802-C54E-4A70-8804-F2FFED51FF5E}" type="presOf" srcId="{C1679F57-D5AF-4D8F-99B3-8E2391018BA9}" destId="{F3BBBFEF-092D-4BE2-BFC5-288DE6926DD2}" srcOrd="0" destOrd="0" presId="urn:microsoft.com/office/officeart/2008/layout/LinedList"/>
    <dgm:cxn modelId="{1C400889-D227-442B-91F2-650C9862B547}" type="presOf" srcId="{729926F9-8C68-4E06-ACF6-3CCF17BF9541}" destId="{ED7B841B-40D8-4706-8ACD-AD6645306FBF}" srcOrd="0" destOrd="0" presId="urn:microsoft.com/office/officeart/2008/layout/LinedList"/>
    <dgm:cxn modelId="{6E46FF71-0877-460A-915A-F96BB690EF9C}" srcId="{C1679F57-D5AF-4D8F-99B3-8E2391018BA9}" destId="{4B467D70-9610-4E55-A36A-3154BE9500C4}" srcOrd="0" destOrd="0" parTransId="{BEC415C5-3907-4BB2-84AE-15E1BA8525A3}" sibTransId="{1182635B-4DD1-4009-9DCB-29D866C18F80}"/>
    <dgm:cxn modelId="{1E3EEBC6-2BEF-4520-856F-6507AE54F599}" srcId="{4B467D70-9610-4E55-A36A-3154BE9500C4}" destId="{729926F9-8C68-4E06-ACF6-3CCF17BF9541}" srcOrd="0" destOrd="0" parTransId="{31038655-997F-427B-BAD2-E4DEE0116480}" sibTransId="{6E78C03B-6E2C-4B91-93DF-D251C821DD29}"/>
    <dgm:cxn modelId="{7FB1B8B5-CD93-4623-A06D-FD1D3FF0CB1F}" type="presParOf" srcId="{F3BBBFEF-092D-4BE2-BFC5-288DE6926DD2}" destId="{8DB63B4C-B99A-47B2-A498-84182B1F9613}" srcOrd="0" destOrd="0" presId="urn:microsoft.com/office/officeart/2008/layout/LinedList"/>
    <dgm:cxn modelId="{16FD49D5-3627-4C64-B662-845F540F2276}" type="presParOf" srcId="{F3BBBFEF-092D-4BE2-BFC5-288DE6926DD2}" destId="{6FB6905A-4F28-42BC-8ACA-39896DDFDA1B}" srcOrd="1" destOrd="0" presId="urn:microsoft.com/office/officeart/2008/layout/LinedList"/>
    <dgm:cxn modelId="{6CD03B88-64B7-40B4-907D-49DCB05B42A2}" type="presParOf" srcId="{6FB6905A-4F28-42BC-8ACA-39896DDFDA1B}" destId="{7380577C-F80B-4FA4-A359-172A81952C19}" srcOrd="0" destOrd="0" presId="urn:microsoft.com/office/officeart/2008/layout/LinedList"/>
    <dgm:cxn modelId="{5A7E5728-80D6-4720-B234-FF9CF3E7DF87}" type="presParOf" srcId="{6FB6905A-4F28-42BC-8ACA-39896DDFDA1B}" destId="{790CBAD4-1439-4411-BCC7-AFFA4813913B}" srcOrd="1" destOrd="0" presId="urn:microsoft.com/office/officeart/2008/layout/LinedList"/>
    <dgm:cxn modelId="{5D5903B9-FF30-4BCD-ABF5-A6B65419D590}" type="presParOf" srcId="{790CBAD4-1439-4411-BCC7-AFFA4813913B}" destId="{5AEA7D1C-3377-441E-86D2-9BC7E25FEAAE}" srcOrd="0" destOrd="0" presId="urn:microsoft.com/office/officeart/2008/layout/LinedList"/>
    <dgm:cxn modelId="{328CB9D2-AADD-4D5D-AC62-D648A8D8A26F}" type="presParOf" srcId="{790CBAD4-1439-4411-BCC7-AFFA4813913B}" destId="{8F1E408D-8B22-4F0C-9CA6-507B8D2C7D4E}" srcOrd="1" destOrd="0" presId="urn:microsoft.com/office/officeart/2008/layout/LinedList"/>
    <dgm:cxn modelId="{22A3DB3A-DF3C-41C7-A792-41110B8ADA36}" type="presParOf" srcId="{8F1E408D-8B22-4F0C-9CA6-507B8D2C7D4E}" destId="{16DECD0B-FCAA-4037-82C1-CA5068DEE7E5}" srcOrd="0" destOrd="0" presId="urn:microsoft.com/office/officeart/2008/layout/LinedList"/>
    <dgm:cxn modelId="{43FB0D2E-7EC8-43EC-AFC8-17F1D6CDF504}" type="presParOf" srcId="{8F1E408D-8B22-4F0C-9CA6-507B8D2C7D4E}" destId="{ED7B841B-40D8-4706-8ACD-AD6645306FBF}" srcOrd="1" destOrd="0" presId="urn:microsoft.com/office/officeart/2008/layout/LinedList"/>
    <dgm:cxn modelId="{138F0A7E-AB53-4F28-B52E-F46EE08B995F}" type="presParOf" srcId="{8F1E408D-8B22-4F0C-9CA6-507B8D2C7D4E}" destId="{1CA80814-8F03-471D-8930-6B0B72837CA9}" srcOrd="2" destOrd="0" presId="urn:microsoft.com/office/officeart/2008/layout/LinedList"/>
    <dgm:cxn modelId="{2B1FF34A-9CA1-4DF5-AE2C-93BF754196C6}" type="presParOf" srcId="{790CBAD4-1439-4411-BCC7-AFFA4813913B}" destId="{9B6D39C0-8900-4588-AFC4-600037258608}" srcOrd="2" destOrd="0" presId="urn:microsoft.com/office/officeart/2008/layout/LinedList"/>
    <dgm:cxn modelId="{03A9CBAA-8E63-4C70-A6E9-039B75794F3B}" type="presParOf" srcId="{790CBAD4-1439-4411-BCC7-AFFA4813913B}" destId="{5D581C94-1247-4335-9D5E-723386FDA7CA}" srcOrd="3" destOrd="0" presId="urn:microsoft.com/office/officeart/2008/layout/LinedList"/>
    <dgm:cxn modelId="{78143060-8750-49F2-AD0E-17E34C121D97}" type="presParOf" srcId="{790CBAD4-1439-4411-BCC7-AFFA4813913B}" destId="{AE475888-680C-452E-929B-EDC8D9A86967}" srcOrd="4" destOrd="0" presId="urn:microsoft.com/office/officeart/2008/layout/LinedList"/>
    <dgm:cxn modelId="{9BDC03B6-CE9D-4AE6-84E8-A35BE9019BCA}" type="presParOf" srcId="{AE475888-680C-452E-929B-EDC8D9A86967}" destId="{BCE5CCB9-C759-47C1-9703-5B32045C9B6F}" srcOrd="0" destOrd="0" presId="urn:microsoft.com/office/officeart/2008/layout/LinedList"/>
    <dgm:cxn modelId="{8A08B211-0301-46ED-8BC8-0D5F82326E05}" type="presParOf" srcId="{AE475888-680C-452E-929B-EDC8D9A86967}" destId="{9505112B-BB6B-49BA-87DB-05FC84EF27A2}" srcOrd="1" destOrd="0" presId="urn:microsoft.com/office/officeart/2008/layout/LinedList"/>
    <dgm:cxn modelId="{B609A500-171C-48AC-9D55-02FA0F4B8766}" type="presParOf" srcId="{AE475888-680C-452E-929B-EDC8D9A86967}" destId="{667A5AA6-05E4-4082-9E28-EAC50FB4C8E1}" srcOrd="2" destOrd="0" presId="urn:microsoft.com/office/officeart/2008/layout/LinedList"/>
    <dgm:cxn modelId="{4491E701-97F5-4B0C-BBA5-552D31F141D4}" type="presParOf" srcId="{790CBAD4-1439-4411-BCC7-AFFA4813913B}" destId="{EDF881F7-A826-4B96-8587-661F8BDC1C2E}" srcOrd="5" destOrd="0" presId="urn:microsoft.com/office/officeart/2008/layout/LinedList"/>
    <dgm:cxn modelId="{578A333A-1C18-481A-9C62-43E5BF0EB371}" type="presParOf" srcId="{790CBAD4-1439-4411-BCC7-AFFA4813913B}" destId="{5ACA9563-38D7-47E1-AEB9-90DE97A69F33}" srcOrd="6" destOrd="0" presId="urn:microsoft.com/office/officeart/2008/layout/LinedList"/>
    <dgm:cxn modelId="{47289128-568F-474D-A333-AD0E8C27B076}" type="presParOf" srcId="{790CBAD4-1439-4411-BCC7-AFFA4813913B}" destId="{96749B52-84ED-4ED0-8C57-94DF0E9AD787}" srcOrd="7" destOrd="0" presId="urn:microsoft.com/office/officeart/2008/layout/LinedList"/>
    <dgm:cxn modelId="{5270F2FC-B100-4191-8C61-DA8EABC6B6EA}" type="presParOf" srcId="{96749B52-84ED-4ED0-8C57-94DF0E9AD787}" destId="{2AA43D6B-153F-4B23-B57A-4005AB47416E}" srcOrd="0" destOrd="0" presId="urn:microsoft.com/office/officeart/2008/layout/LinedList"/>
    <dgm:cxn modelId="{FC3EBD98-1715-4A8A-BC6B-28C13B0B1298}" type="presParOf" srcId="{96749B52-84ED-4ED0-8C57-94DF0E9AD787}" destId="{972C757D-8A3E-490C-837D-F5846C64DEDE}" srcOrd="1" destOrd="0" presId="urn:microsoft.com/office/officeart/2008/layout/LinedList"/>
    <dgm:cxn modelId="{6693EAEB-4B5D-45E4-AEE1-6F73E661CAE9}" type="presParOf" srcId="{96749B52-84ED-4ED0-8C57-94DF0E9AD787}" destId="{13E0A3F5-150D-4EA8-9792-26D1CB989C97}" srcOrd="2" destOrd="0" presId="urn:microsoft.com/office/officeart/2008/layout/LinedList"/>
    <dgm:cxn modelId="{AD308926-B961-4F71-A81C-72225E7D333A}" type="presParOf" srcId="{790CBAD4-1439-4411-BCC7-AFFA4813913B}" destId="{E9A5FA7E-5010-482E-A53B-230FFFC6680C}" srcOrd="8" destOrd="0" presId="urn:microsoft.com/office/officeart/2008/layout/LinedList"/>
    <dgm:cxn modelId="{697F8697-D1D1-4774-A521-ED6AA1B4BA58}" type="presParOf" srcId="{790CBAD4-1439-4411-BCC7-AFFA4813913B}" destId="{066936EF-8097-4B7C-9655-2EB88B6C2D6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679F57-D5AF-4D8F-99B3-8E2391018BA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467D70-9610-4E55-A36A-3154BE9500C4}">
      <dgm:prSet phldrT="[Text]"/>
      <dgm:spPr/>
      <dgm:t>
        <a:bodyPr/>
        <a:lstStyle/>
        <a:p>
          <a:r>
            <a:rPr lang="en-US" dirty="0" smtClean="0"/>
            <a:t>Chi-</a:t>
          </a:r>
        </a:p>
        <a:p>
          <a:r>
            <a:rPr lang="en-US" dirty="0" smtClean="0"/>
            <a:t>Square</a:t>
          </a:r>
        </a:p>
        <a:p>
          <a:r>
            <a:rPr lang="en-US" dirty="0" smtClean="0"/>
            <a:t>Test</a:t>
          </a:r>
          <a:endParaRPr lang="en-IN" dirty="0"/>
        </a:p>
      </dgm:t>
    </dgm:pt>
    <dgm:pt modelId="{BEC415C5-3907-4BB2-84AE-15E1BA8525A3}" type="parTrans" cxnId="{6E46FF71-0877-460A-915A-F96BB690EF9C}">
      <dgm:prSet/>
      <dgm:spPr/>
      <dgm:t>
        <a:bodyPr/>
        <a:lstStyle/>
        <a:p>
          <a:endParaRPr lang="en-IN"/>
        </a:p>
      </dgm:t>
    </dgm:pt>
    <dgm:pt modelId="{1182635B-4DD1-4009-9DCB-29D866C18F80}" type="sibTrans" cxnId="{6E46FF71-0877-460A-915A-F96BB690EF9C}">
      <dgm:prSet/>
      <dgm:spPr/>
      <dgm:t>
        <a:bodyPr/>
        <a:lstStyle/>
        <a:p>
          <a:endParaRPr lang="en-IN"/>
        </a:p>
      </dgm:t>
    </dgm:pt>
    <dgm:pt modelId="{729926F9-8C68-4E06-ACF6-3CCF17BF9541}">
      <dgm:prSet phldrT="[Text]"/>
      <dgm:spPr/>
      <dgm:t>
        <a:bodyPr/>
        <a:lstStyle/>
        <a:p>
          <a:r>
            <a:rPr lang="en-US" dirty="0" smtClean="0"/>
            <a:t>Purpose: Association between Education and Response</a:t>
          </a:r>
          <a:endParaRPr lang="en-IN" dirty="0"/>
        </a:p>
      </dgm:t>
    </dgm:pt>
    <dgm:pt modelId="{31038655-997F-427B-BAD2-E4DEE0116480}" type="parTrans" cxnId="{1E3EEBC6-2BEF-4520-856F-6507AE54F599}">
      <dgm:prSet/>
      <dgm:spPr/>
      <dgm:t>
        <a:bodyPr/>
        <a:lstStyle/>
        <a:p>
          <a:endParaRPr lang="en-IN"/>
        </a:p>
      </dgm:t>
    </dgm:pt>
    <dgm:pt modelId="{6E78C03B-6E2C-4B91-93DF-D251C821DD29}" type="sibTrans" cxnId="{1E3EEBC6-2BEF-4520-856F-6507AE54F599}">
      <dgm:prSet/>
      <dgm:spPr/>
      <dgm:t>
        <a:bodyPr/>
        <a:lstStyle/>
        <a:p>
          <a:endParaRPr lang="en-IN"/>
        </a:p>
      </dgm:t>
    </dgm:pt>
    <dgm:pt modelId="{BD759308-7634-4C61-8C1F-79550B0445B8}">
      <dgm:prSet phldrT="[Text]"/>
      <dgm:spPr/>
      <dgm:t>
        <a:bodyPr/>
        <a:lstStyle/>
        <a:p>
          <a:r>
            <a:rPr lang="en-US" dirty="0" smtClean="0"/>
            <a:t>Result: p- value &lt;0.05, reject null hypothesis</a:t>
          </a:r>
          <a:endParaRPr lang="en-IN" dirty="0"/>
        </a:p>
      </dgm:t>
    </dgm:pt>
    <dgm:pt modelId="{2A345A84-85EC-4536-9776-A3C91D7CC6FB}" type="parTrans" cxnId="{38605596-4169-4011-B2B4-0327B045F365}">
      <dgm:prSet/>
      <dgm:spPr/>
      <dgm:t>
        <a:bodyPr/>
        <a:lstStyle/>
        <a:p>
          <a:endParaRPr lang="en-IN"/>
        </a:p>
      </dgm:t>
    </dgm:pt>
    <dgm:pt modelId="{908E248C-BDDE-4543-A5D6-00D40EABB8F1}" type="sibTrans" cxnId="{38605596-4169-4011-B2B4-0327B045F365}">
      <dgm:prSet/>
      <dgm:spPr/>
      <dgm:t>
        <a:bodyPr/>
        <a:lstStyle/>
        <a:p>
          <a:endParaRPr lang="en-IN"/>
        </a:p>
      </dgm:t>
    </dgm:pt>
    <dgm:pt modelId="{B9774955-E602-438A-BD88-8686249FC828}">
      <dgm:prSet phldrT="[Text]"/>
      <dgm:spPr/>
      <dgm:t>
        <a:bodyPr/>
        <a:lstStyle/>
        <a:p>
          <a:r>
            <a:rPr lang="en-US" dirty="0" smtClean="0"/>
            <a:t>Insight: </a:t>
          </a:r>
          <a:r>
            <a:rPr lang="en-IN" b="0" i="0" dirty="0" smtClean="0"/>
            <a:t>Education and Response are associated; acceptance rate is not equal.</a:t>
          </a:r>
          <a:endParaRPr lang="en-IN" dirty="0"/>
        </a:p>
      </dgm:t>
    </dgm:pt>
    <dgm:pt modelId="{CDB87C6D-AE03-4F2A-AB26-5FBF8A7F186F}" type="parTrans" cxnId="{97FFB981-EB0F-4BD0-AD2E-1D9318B2950B}">
      <dgm:prSet/>
      <dgm:spPr/>
      <dgm:t>
        <a:bodyPr/>
        <a:lstStyle/>
        <a:p>
          <a:endParaRPr lang="en-IN"/>
        </a:p>
      </dgm:t>
    </dgm:pt>
    <dgm:pt modelId="{A7F901F7-2759-4661-A949-119991D64108}" type="sibTrans" cxnId="{97FFB981-EB0F-4BD0-AD2E-1D9318B2950B}">
      <dgm:prSet/>
      <dgm:spPr/>
      <dgm:t>
        <a:bodyPr/>
        <a:lstStyle/>
        <a:p>
          <a:endParaRPr lang="en-IN"/>
        </a:p>
      </dgm:t>
    </dgm:pt>
    <dgm:pt modelId="{F3BBBFEF-092D-4BE2-BFC5-288DE6926DD2}" type="pres">
      <dgm:prSet presAssocID="{C1679F57-D5AF-4D8F-99B3-8E2391018BA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8DB63B4C-B99A-47B2-A498-84182B1F9613}" type="pres">
      <dgm:prSet presAssocID="{4B467D70-9610-4E55-A36A-3154BE9500C4}" presName="thickLine" presStyleLbl="alignNode1" presStyleIdx="0" presStyleCnt="1"/>
      <dgm:spPr/>
    </dgm:pt>
    <dgm:pt modelId="{6FB6905A-4F28-42BC-8ACA-39896DDFDA1B}" type="pres">
      <dgm:prSet presAssocID="{4B467D70-9610-4E55-A36A-3154BE9500C4}" presName="horz1" presStyleCnt="0"/>
      <dgm:spPr/>
    </dgm:pt>
    <dgm:pt modelId="{7380577C-F80B-4FA4-A359-172A81952C19}" type="pres">
      <dgm:prSet presAssocID="{4B467D70-9610-4E55-A36A-3154BE9500C4}" presName="tx1" presStyleLbl="revTx" presStyleIdx="0" presStyleCnt="4"/>
      <dgm:spPr/>
      <dgm:t>
        <a:bodyPr/>
        <a:lstStyle/>
        <a:p>
          <a:endParaRPr lang="en-IN"/>
        </a:p>
      </dgm:t>
    </dgm:pt>
    <dgm:pt modelId="{790CBAD4-1439-4411-BCC7-AFFA4813913B}" type="pres">
      <dgm:prSet presAssocID="{4B467D70-9610-4E55-A36A-3154BE9500C4}" presName="vert1" presStyleCnt="0"/>
      <dgm:spPr/>
    </dgm:pt>
    <dgm:pt modelId="{5AEA7D1C-3377-441E-86D2-9BC7E25FEAAE}" type="pres">
      <dgm:prSet presAssocID="{729926F9-8C68-4E06-ACF6-3CCF17BF9541}" presName="vertSpace2a" presStyleCnt="0"/>
      <dgm:spPr/>
    </dgm:pt>
    <dgm:pt modelId="{8F1E408D-8B22-4F0C-9CA6-507B8D2C7D4E}" type="pres">
      <dgm:prSet presAssocID="{729926F9-8C68-4E06-ACF6-3CCF17BF9541}" presName="horz2" presStyleCnt="0"/>
      <dgm:spPr/>
    </dgm:pt>
    <dgm:pt modelId="{16DECD0B-FCAA-4037-82C1-CA5068DEE7E5}" type="pres">
      <dgm:prSet presAssocID="{729926F9-8C68-4E06-ACF6-3CCF17BF9541}" presName="horzSpace2" presStyleCnt="0"/>
      <dgm:spPr/>
    </dgm:pt>
    <dgm:pt modelId="{ED7B841B-40D8-4706-8ACD-AD6645306FBF}" type="pres">
      <dgm:prSet presAssocID="{729926F9-8C68-4E06-ACF6-3CCF17BF9541}" presName="tx2" presStyleLbl="revTx" presStyleIdx="1" presStyleCnt="4"/>
      <dgm:spPr/>
      <dgm:t>
        <a:bodyPr/>
        <a:lstStyle/>
        <a:p>
          <a:endParaRPr lang="en-IN"/>
        </a:p>
      </dgm:t>
    </dgm:pt>
    <dgm:pt modelId="{1CA80814-8F03-471D-8930-6B0B72837CA9}" type="pres">
      <dgm:prSet presAssocID="{729926F9-8C68-4E06-ACF6-3CCF17BF9541}" presName="vert2" presStyleCnt="0"/>
      <dgm:spPr/>
    </dgm:pt>
    <dgm:pt modelId="{9B6D39C0-8900-4588-AFC4-600037258608}" type="pres">
      <dgm:prSet presAssocID="{729926F9-8C68-4E06-ACF6-3CCF17BF9541}" presName="thinLine2b" presStyleLbl="callout" presStyleIdx="0" presStyleCnt="3"/>
      <dgm:spPr/>
    </dgm:pt>
    <dgm:pt modelId="{5D581C94-1247-4335-9D5E-723386FDA7CA}" type="pres">
      <dgm:prSet presAssocID="{729926F9-8C68-4E06-ACF6-3CCF17BF9541}" presName="vertSpace2b" presStyleCnt="0"/>
      <dgm:spPr/>
    </dgm:pt>
    <dgm:pt modelId="{AE475888-680C-452E-929B-EDC8D9A86967}" type="pres">
      <dgm:prSet presAssocID="{BD759308-7634-4C61-8C1F-79550B0445B8}" presName="horz2" presStyleCnt="0"/>
      <dgm:spPr/>
    </dgm:pt>
    <dgm:pt modelId="{BCE5CCB9-C759-47C1-9703-5B32045C9B6F}" type="pres">
      <dgm:prSet presAssocID="{BD759308-7634-4C61-8C1F-79550B0445B8}" presName="horzSpace2" presStyleCnt="0"/>
      <dgm:spPr/>
    </dgm:pt>
    <dgm:pt modelId="{9505112B-BB6B-49BA-87DB-05FC84EF27A2}" type="pres">
      <dgm:prSet presAssocID="{BD759308-7634-4C61-8C1F-79550B0445B8}" presName="tx2" presStyleLbl="revTx" presStyleIdx="2" presStyleCnt="4"/>
      <dgm:spPr/>
      <dgm:t>
        <a:bodyPr/>
        <a:lstStyle/>
        <a:p>
          <a:endParaRPr lang="en-IN"/>
        </a:p>
      </dgm:t>
    </dgm:pt>
    <dgm:pt modelId="{667A5AA6-05E4-4082-9E28-EAC50FB4C8E1}" type="pres">
      <dgm:prSet presAssocID="{BD759308-7634-4C61-8C1F-79550B0445B8}" presName="vert2" presStyleCnt="0"/>
      <dgm:spPr/>
    </dgm:pt>
    <dgm:pt modelId="{EDF881F7-A826-4B96-8587-661F8BDC1C2E}" type="pres">
      <dgm:prSet presAssocID="{BD759308-7634-4C61-8C1F-79550B0445B8}" presName="thinLine2b" presStyleLbl="callout" presStyleIdx="1" presStyleCnt="3"/>
      <dgm:spPr/>
    </dgm:pt>
    <dgm:pt modelId="{5ACA9563-38D7-47E1-AEB9-90DE97A69F33}" type="pres">
      <dgm:prSet presAssocID="{BD759308-7634-4C61-8C1F-79550B0445B8}" presName="vertSpace2b" presStyleCnt="0"/>
      <dgm:spPr/>
    </dgm:pt>
    <dgm:pt modelId="{96749B52-84ED-4ED0-8C57-94DF0E9AD787}" type="pres">
      <dgm:prSet presAssocID="{B9774955-E602-438A-BD88-8686249FC828}" presName="horz2" presStyleCnt="0"/>
      <dgm:spPr/>
    </dgm:pt>
    <dgm:pt modelId="{2AA43D6B-153F-4B23-B57A-4005AB47416E}" type="pres">
      <dgm:prSet presAssocID="{B9774955-E602-438A-BD88-8686249FC828}" presName="horzSpace2" presStyleCnt="0"/>
      <dgm:spPr/>
    </dgm:pt>
    <dgm:pt modelId="{972C757D-8A3E-490C-837D-F5846C64DEDE}" type="pres">
      <dgm:prSet presAssocID="{B9774955-E602-438A-BD88-8686249FC828}" presName="tx2" presStyleLbl="revTx" presStyleIdx="3" presStyleCnt="4"/>
      <dgm:spPr/>
      <dgm:t>
        <a:bodyPr/>
        <a:lstStyle/>
        <a:p>
          <a:endParaRPr lang="en-IN"/>
        </a:p>
      </dgm:t>
    </dgm:pt>
    <dgm:pt modelId="{13E0A3F5-150D-4EA8-9792-26D1CB989C97}" type="pres">
      <dgm:prSet presAssocID="{B9774955-E602-438A-BD88-8686249FC828}" presName="vert2" presStyleCnt="0"/>
      <dgm:spPr/>
    </dgm:pt>
    <dgm:pt modelId="{E9A5FA7E-5010-482E-A53B-230FFFC6680C}" type="pres">
      <dgm:prSet presAssocID="{B9774955-E602-438A-BD88-8686249FC828}" presName="thinLine2b" presStyleLbl="callout" presStyleIdx="2" presStyleCnt="3"/>
      <dgm:spPr/>
    </dgm:pt>
    <dgm:pt modelId="{066936EF-8097-4B7C-9655-2EB88B6C2D6E}" type="pres">
      <dgm:prSet presAssocID="{B9774955-E602-438A-BD88-8686249FC828}" presName="vertSpace2b" presStyleCnt="0"/>
      <dgm:spPr/>
    </dgm:pt>
  </dgm:ptLst>
  <dgm:cxnLst>
    <dgm:cxn modelId="{97FFB981-EB0F-4BD0-AD2E-1D9318B2950B}" srcId="{4B467D70-9610-4E55-A36A-3154BE9500C4}" destId="{B9774955-E602-438A-BD88-8686249FC828}" srcOrd="2" destOrd="0" parTransId="{CDB87C6D-AE03-4F2A-AB26-5FBF8A7F186F}" sibTransId="{A7F901F7-2759-4661-A949-119991D64108}"/>
    <dgm:cxn modelId="{38605596-4169-4011-B2B4-0327B045F365}" srcId="{4B467D70-9610-4E55-A36A-3154BE9500C4}" destId="{BD759308-7634-4C61-8C1F-79550B0445B8}" srcOrd="1" destOrd="0" parTransId="{2A345A84-85EC-4536-9776-A3C91D7CC6FB}" sibTransId="{908E248C-BDDE-4543-A5D6-00D40EABB8F1}"/>
    <dgm:cxn modelId="{24BCAD93-04AC-4953-93BF-46724F67BEFC}" type="presOf" srcId="{729926F9-8C68-4E06-ACF6-3CCF17BF9541}" destId="{ED7B841B-40D8-4706-8ACD-AD6645306FBF}" srcOrd="0" destOrd="0" presId="urn:microsoft.com/office/officeart/2008/layout/LinedList"/>
    <dgm:cxn modelId="{BDC2FCC4-5735-47A9-8F06-9F70602E728F}" type="presOf" srcId="{C1679F57-D5AF-4D8F-99B3-8E2391018BA9}" destId="{F3BBBFEF-092D-4BE2-BFC5-288DE6926DD2}" srcOrd="0" destOrd="0" presId="urn:microsoft.com/office/officeart/2008/layout/LinedList"/>
    <dgm:cxn modelId="{6E46FF71-0877-460A-915A-F96BB690EF9C}" srcId="{C1679F57-D5AF-4D8F-99B3-8E2391018BA9}" destId="{4B467D70-9610-4E55-A36A-3154BE9500C4}" srcOrd="0" destOrd="0" parTransId="{BEC415C5-3907-4BB2-84AE-15E1BA8525A3}" sibTransId="{1182635B-4DD1-4009-9DCB-29D866C18F80}"/>
    <dgm:cxn modelId="{1E3EEBC6-2BEF-4520-856F-6507AE54F599}" srcId="{4B467D70-9610-4E55-A36A-3154BE9500C4}" destId="{729926F9-8C68-4E06-ACF6-3CCF17BF9541}" srcOrd="0" destOrd="0" parTransId="{31038655-997F-427B-BAD2-E4DEE0116480}" sibTransId="{6E78C03B-6E2C-4B91-93DF-D251C821DD29}"/>
    <dgm:cxn modelId="{797D2164-3FE2-48B9-BEC0-9F3CFC9EBD85}" type="presOf" srcId="{B9774955-E602-438A-BD88-8686249FC828}" destId="{972C757D-8A3E-490C-837D-F5846C64DEDE}" srcOrd="0" destOrd="0" presId="urn:microsoft.com/office/officeart/2008/layout/LinedList"/>
    <dgm:cxn modelId="{364086E2-E54C-4BF5-B03B-41C38962464E}" type="presOf" srcId="{BD759308-7634-4C61-8C1F-79550B0445B8}" destId="{9505112B-BB6B-49BA-87DB-05FC84EF27A2}" srcOrd="0" destOrd="0" presId="urn:microsoft.com/office/officeart/2008/layout/LinedList"/>
    <dgm:cxn modelId="{910D4A5E-8B5B-4C7C-9027-125503D70950}" type="presOf" srcId="{4B467D70-9610-4E55-A36A-3154BE9500C4}" destId="{7380577C-F80B-4FA4-A359-172A81952C19}" srcOrd="0" destOrd="0" presId="urn:microsoft.com/office/officeart/2008/layout/LinedList"/>
    <dgm:cxn modelId="{10066F7A-5628-4443-8574-3BA3E6E1FEB9}" type="presParOf" srcId="{F3BBBFEF-092D-4BE2-BFC5-288DE6926DD2}" destId="{8DB63B4C-B99A-47B2-A498-84182B1F9613}" srcOrd="0" destOrd="0" presId="urn:microsoft.com/office/officeart/2008/layout/LinedList"/>
    <dgm:cxn modelId="{BDF77D61-48BB-4C9A-A53D-84CC5F4E42BA}" type="presParOf" srcId="{F3BBBFEF-092D-4BE2-BFC5-288DE6926DD2}" destId="{6FB6905A-4F28-42BC-8ACA-39896DDFDA1B}" srcOrd="1" destOrd="0" presId="urn:microsoft.com/office/officeart/2008/layout/LinedList"/>
    <dgm:cxn modelId="{0EE9B2F3-013B-433A-85F8-70384AC8F23C}" type="presParOf" srcId="{6FB6905A-4F28-42BC-8ACA-39896DDFDA1B}" destId="{7380577C-F80B-4FA4-A359-172A81952C19}" srcOrd="0" destOrd="0" presId="urn:microsoft.com/office/officeart/2008/layout/LinedList"/>
    <dgm:cxn modelId="{3AE950C5-DD66-4F36-A2E0-0B46E4707B99}" type="presParOf" srcId="{6FB6905A-4F28-42BC-8ACA-39896DDFDA1B}" destId="{790CBAD4-1439-4411-BCC7-AFFA4813913B}" srcOrd="1" destOrd="0" presId="urn:microsoft.com/office/officeart/2008/layout/LinedList"/>
    <dgm:cxn modelId="{9383DF3B-368C-40DB-A73B-A485D995D605}" type="presParOf" srcId="{790CBAD4-1439-4411-BCC7-AFFA4813913B}" destId="{5AEA7D1C-3377-441E-86D2-9BC7E25FEAAE}" srcOrd="0" destOrd="0" presId="urn:microsoft.com/office/officeart/2008/layout/LinedList"/>
    <dgm:cxn modelId="{1EEAC639-84E3-4172-986D-A6D65397571A}" type="presParOf" srcId="{790CBAD4-1439-4411-BCC7-AFFA4813913B}" destId="{8F1E408D-8B22-4F0C-9CA6-507B8D2C7D4E}" srcOrd="1" destOrd="0" presId="urn:microsoft.com/office/officeart/2008/layout/LinedList"/>
    <dgm:cxn modelId="{5E944FCA-D8B9-4462-A83A-39948EA8293E}" type="presParOf" srcId="{8F1E408D-8B22-4F0C-9CA6-507B8D2C7D4E}" destId="{16DECD0B-FCAA-4037-82C1-CA5068DEE7E5}" srcOrd="0" destOrd="0" presId="urn:microsoft.com/office/officeart/2008/layout/LinedList"/>
    <dgm:cxn modelId="{657F3DA4-6C0C-4CBE-83AA-3CF3916A2051}" type="presParOf" srcId="{8F1E408D-8B22-4F0C-9CA6-507B8D2C7D4E}" destId="{ED7B841B-40D8-4706-8ACD-AD6645306FBF}" srcOrd="1" destOrd="0" presId="urn:microsoft.com/office/officeart/2008/layout/LinedList"/>
    <dgm:cxn modelId="{E18CB6B6-3012-4523-B6C9-4E9AFB082100}" type="presParOf" srcId="{8F1E408D-8B22-4F0C-9CA6-507B8D2C7D4E}" destId="{1CA80814-8F03-471D-8930-6B0B72837CA9}" srcOrd="2" destOrd="0" presId="urn:microsoft.com/office/officeart/2008/layout/LinedList"/>
    <dgm:cxn modelId="{041BF231-158D-4AA1-9EF3-81F302714680}" type="presParOf" srcId="{790CBAD4-1439-4411-BCC7-AFFA4813913B}" destId="{9B6D39C0-8900-4588-AFC4-600037258608}" srcOrd="2" destOrd="0" presId="urn:microsoft.com/office/officeart/2008/layout/LinedList"/>
    <dgm:cxn modelId="{38115CDC-EA39-4516-A1A6-A3FF409550E1}" type="presParOf" srcId="{790CBAD4-1439-4411-BCC7-AFFA4813913B}" destId="{5D581C94-1247-4335-9D5E-723386FDA7CA}" srcOrd="3" destOrd="0" presId="urn:microsoft.com/office/officeart/2008/layout/LinedList"/>
    <dgm:cxn modelId="{9E6C5E3B-79CF-4BD8-9823-CCDA161B40D5}" type="presParOf" srcId="{790CBAD4-1439-4411-BCC7-AFFA4813913B}" destId="{AE475888-680C-452E-929B-EDC8D9A86967}" srcOrd="4" destOrd="0" presId="urn:microsoft.com/office/officeart/2008/layout/LinedList"/>
    <dgm:cxn modelId="{AFA4D6DD-157E-4CBB-BF48-2D9A58C6AC23}" type="presParOf" srcId="{AE475888-680C-452E-929B-EDC8D9A86967}" destId="{BCE5CCB9-C759-47C1-9703-5B32045C9B6F}" srcOrd="0" destOrd="0" presId="urn:microsoft.com/office/officeart/2008/layout/LinedList"/>
    <dgm:cxn modelId="{B943970B-86F0-4E2F-96DA-824A5827C9E9}" type="presParOf" srcId="{AE475888-680C-452E-929B-EDC8D9A86967}" destId="{9505112B-BB6B-49BA-87DB-05FC84EF27A2}" srcOrd="1" destOrd="0" presId="urn:microsoft.com/office/officeart/2008/layout/LinedList"/>
    <dgm:cxn modelId="{2D7CA1AD-CE17-4501-AA92-87079FD520A8}" type="presParOf" srcId="{AE475888-680C-452E-929B-EDC8D9A86967}" destId="{667A5AA6-05E4-4082-9E28-EAC50FB4C8E1}" srcOrd="2" destOrd="0" presId="urn:microsoft.com/office/officeart/2008/layout/LinedList"/>
    <dgm:cxn modelId="{F227EEB3-22F2-4411-9B4C-BFE2C6C30D6A}" type="presParOf" srcId="{790CBAD4-1439-4411-BCC7-AFFA4813913B}" destId="{EDF881F7-A826-4B96-8587-661F8BDC1C2E}" srcOrd="5" destOrd="0" presId="urn:microsoft.com/office/officeart/2008/layout/LinedList"/>
    <dgm:cxn modelId="{23D091C6-E21D-493B-925F-7BD7770A49B0}" type="presParOf" srcId="{790CBAD4-1439-4411-BCC7-AFFA4813913B}" destId="{5ACA9563-38D7-47E1-AEB9-90DE97A69F33}" srcOrd="6" destOrd="0" presId="urn:microsoft.com/office/officeart/2008/layout/LinedList"/>
    <dgm:cxn modelId="{93E48F83-0A65-4686-A085-1659C8057EA4}" type="presParOf" srcId="{790CBAD4-1439-4411-BCC7-AFFA4813913B}" destId="{96749B52-84ED-4ED0-8C57-94DF0E9AD787}" srcOrd="7" destOrd="0" presId="urn:microsoft.com/office/officeart/2008/layout/LinedList"/>
    <dgm:cxn modelId="{D75914F1-EEB6-44FF-93ED-78E692FDD40B}" type="presParOf" srcId="{96749B52-84ED-4ED0-8C57-94DF0E9AD787}" destId="{2AA43D6B-153F-4B23-B57A-4005AB47416E}" srcOrd="0" destOrd="0" presId="urn:microsoft.com/office/officeart/2008/layout/LinedList"/>
    <dgm:cxn modelId="{1A3D3212-73DD-4103-88B0-68F1770F5D84}" type="presParOf" srcId="{96749B52-84ED-4ED0-8C57-94DF0E9AD787}" destId="{972C757D-8A3E-490C-837D-F5846C64DEDE}" srcOrd="1" destOrd="0" presId="urn:microsoft.com/office/officeart/2008/layout/LinedList"/>
    <dgm:cxn modelId="{61021FE5-61E1-4E0E-8F3E-C51725FEC2DF}" type="presParOf" srcId="{96749B52-84ED-4ED0-8C57-94DF0E9AD787}" destId="{13E0A3F5-150D-4EA8-9792-26D1CB989C97}" srcOrd="2" destOrd="0" presId="urn:microsoft.com/office/officeart/2008/layout/LinedList"/>
    <dgm:cxn modelId="{BE1F61E7-B412-4132-AE36-1565810B266B}" type="presParOf" srcId="{790CBAD4-1439-4411-BCC7-AFFA4813913B}" destId="{E9A5FA7E-5010-482E-A53B-230FFFC6680C}" srcOrd="8" destOrd="0" presId="urn:microsoft.com/office/officeart/2008/layout/LinedList"/>
    <dgm:cxn modelId="{0C1F0E72-5E51-43E5-8F3C-E8BE6B0219F5}" type="presParOf" srcId="{790CBAD4-1439-4411-BCC7-AFFA4813913B}" destId="{066936EF-8097-4B7C-9655-2EB88B6C2D6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1679F57-D5AF-4D8F-99B3-8E2391018BA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467D70-9610-4E55-A36A-3154BE9500C4}">
      <dgm:prSet phldrT="[Text]"/>
      <dgm:spPr/>
      <dgm:t>
        <a:bodyPr/>
        <a:lstStyle/>
        <a:p>
          <a:r>
            <a:rPr lang="en-US" dirty="0" smtClean="0"/>
            <a:t>Chi-</a:t>
          </a:r>
        </a:p>
        <a:p>
          <a:r>
            <a:rPr lang="en-US" dirty="0" smtClean="0"/>
            <a:t>Square</a:t>
          </a:r>
        </a:p>
        <a:p>
          <a:r>
            <a:rPr lang="en-US" dirty="0" smtClean="0"/>
            <a:t>Test</a:t>
          </a:r>
          <a:endParaRPr lang="en-IN" dirty="0"/>
        </a:p>
      </dgm:t>
    </dgm:pt>
    <dgm:pt modelId="{BEC415C5-3907-4BB2-84AE-15E1BA8525A3}" type="parTrans" cxnId="{6E46FF71-0877-460A-915A-F96BB690EF9C}">
      <dgm:prSet/>
      <dgm:spPr/>
      <dgm:t>
        <a:bodyPr/>
        <a:lstStyle/>
        <a:p>
          <a:endParaRPr lang="en-IN"/>
        </a:p>
      </dgm:t>
    </dgm:pt>
    <dgm:pt modelId="{1182635B-4DD1-4009-9DCB-29D866C18F80}" type="sibTrans" cxnId="{6E46FF71-0877-460A-915A-F96BB690EF9C}">
      <dgm:prSet/>
      <dgm:spPr/>
      <dgm:t>
        <a:bodyPr/>
        <a:lstStyle/>
        <a:p>
          <a:endParaRPr lang="en-IN"/>
        </a:p>
      </dgm:t>
    </dgm:pt>
    <dgm:pt modelId="{729926F9-8C68-4E06-ACF6-3CCF17BF9541}">
      <dgm:prSet phldrT="[Text]"/>
      <dgm:spPr/>
      <dgm:t>
        <a:bodyPr/>
        <a:lstStyle/>
        <a:p>
          <a:r>
            <a:rPr lang="en-US" dirty="0" smtClean="0"/>
            <a:t>Purpose: Association between Marital Status and Response</a:t>
          </a:r>
          <a:endParaRPr lang="en-IN" dirty="0"/>
        </a:p>
      </dgm:t>
    </dgm:pt>
    <dgm:pt modelId="{31038655-997F-427B-BAD2-E4DEE0116480}" type="parTrans" cxnId="{1E3EEBC6-2BEF-4520-856F-6507AE54F599}">
      <dgm:prSet/>
      <dgm:spPr/>
      <dgm:t>
        <a:bodyPr/>
        <a:lstStyle/>
        <a:p>
          <a:endParaRPr lang="en-IN"/>
        </a:p>
      </dgm:t>
    </dgm:pt>
    <dgm:pt modelId="{6E78C03B-6E2C-4B91-93DF-D251C821DD29}" type="sibTrans" cxnId="{1E3EEBC6-2BEF-4520-856F-6507AE54F599}">
      <dgm:prSet/>
      <dgm:spPr/>
      <dgm:t>
        <a:bodyPr/>
        <a:lstStyle/>
        <a:p>
          <a:endParaRPr lang="en-IN"/>
        </a:p>
      </dgm:t>
    </dgm:pt>
    <dgm:pt modelId="{BD759308-7634-4C61-8C1F-79550B0445B8}">
      <dgm:prSet phldrT="[Text]"/>
      <dgm:spPr/>
      <dgm:t>
        <a:bodyPr/>
        <a:lstStyle/>
        <a:p>
          <a:r>
            <a:rPr lang="en-US" dirty="0" smtClean="0"/>
            <a:t>Result: p- value &lt;0.05, reject null hypothesis</a:t>
          </a:r>
          <a:endParaRPr lang="en-IN" dirty="0"/>
        </a:p>
      </dgm:t>
    </dgm:pt>
    <dgm:pt modelId="{2A345A84-85EC-4536-9776-A3C91D7CC6FB}" type="parTrans" cxnId="{38605596-4169-4011-B2B4-0327B045F365}">
      <dgm:prSet/>
      <dgm:spPr/>
      <dgm:t>
        <a:bodyPr/>
        <a:lstStyle/>
        <a:p>
          <a:endParaRPr lang="en-IN"/>
        </a:p>
      </dgm:t>
    </dgm:pt>
    <dgm:pt modelId="{908E248C-BDDE-4543-A5D6-00D40EABB8F1}" type="sibTrans" cxnId="{38605596-4169-4011-B2B4-0327B045F365}">
      <dgm:prSet/>
      <dgm:spPr/>
      <dgm:t>
        <a:bodyPr/>
        <a:lstStyle/>
        <a:p>
          <a:endParaRPr lang="en-IN"/>
        </a:p>
      </dgm:t>
    </dgm:pt>
    <dgm:pt modelId="{B9774955-E602-438A-BD88-8686249FC828}">
      <dgm:prSet phldrT="[Text]"/>
      <dgm:spPr/>
      <dgm:t>
        <a:bodyPr/>
        <a:lstStyle/>
        <a:p>
          <a:r>
            <a:rPr lang="en-US" dirty="0" smtClean="0"/>
            <a:t>Insight: T</a:t>
          </a:r>
          <a:r>
            <a:rPr lang="en-IN" b="0" i="0" dirty="0" smtClean="0"/>
            <a:t>he response rate is different across Marital Status categories.</a:t>
          </a:r>
          <a:endParaRPr lang="en-IN" dirty="0"/>
        </a:p>
      </dgm:t>
    </dgm:pt>
    <dgm:pt modelId="{CDB87C6D-AE03-4F2A-AB26-5FBF8A7F186F}" type="parTrans" cxnId="{97FFB981-EB0F-4BD0-AD2E-1D9318B2950B}">
      <dgm:prSet/>
      <dgm:spPr/>
      <dgm:t>
        <a:bodyPr/>
        <a:lstStyle/>
        <a:p>
          <a:endParaRPr lang="en-IN"/>
        </a:p>
      </dgm:t>
    </dgm:pt>
    <dgm:pt modelId="{A7F901F7-2759-4661-A949-119991D64108}" type="sibTrans" cxnId="{97FFB981-EB0F-4BD0-AD2E-1D9318B2950B}">
      <dgm:prSet/>
      <dgm:spPr/>
      <dgm:t>
        <a:bodyPr/>
        <a:lstStyle/>
        <a:p>
          <a:endParaRPr lang="en-IN"/>
        </a:p>
      </dgm:t>
    </dgm:pt>
    <dgm:pt modelId="{F3BBBFEF-092D-4BE2-BFC5-288DE6926DD2}" type="pres">
      <dgm:prSet presAssocID="{C1679F57-D5AF-4D8F-99B3-8E2391018BA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8DB63B4C-B99A-47B2-A498-84182B1F9613}" type="pres">
      <dgm:prSet presAssocID="{4B467D70-9610-4E55-A36A-3154BE9500C4}" presName="thickLine" presStyleLbl="alignNode1" presStyleIdx="0" presStyleCnt="1"/>
      <dgm:spPr/>
    </dgm:pt>
    <dgm:pt modelId="{6FB6905A-4F28-42BC-8ACA-39896DDFDA1B}" type="pres">
      <dgm:prSet presAssocID="{4B467D70-9610-4E55-A36A-3154BE9500C4}" presName="horz1" presStyleCnt="0"/>
      <dgm:spPr/>
    </dgm:pt>
    <dgm:pt modelId="{7380577C-F80B-4FA4-A359-172A81952C19}" type="pres">
      <dgm:prSet presAssocID="{4B467D70-9610-4E55-A36A-3154BE9500C4}" presName="tx1" presStyleLbl="revTx" presStyleIdx="0" presStyleCnt="4"/>
      <dgm:spPr/>
      <dgm:t>
        <a:bodyPr/>
        <a:lstStyle/>
        <a:p>
          <a:endParaRPr lang="en-IN"/>
        </a:p>
      </dgm:t>
    </dgm:pt>
    <dgm:pt modelId="{790CBAD4-1439-4411-BCC7-AFFA4813913B}" type="pres">
      <dgm:prSet presAssocID="{4B467D70-9610-4E55-A36A-3154BE9500C4}" presName="vert1" presStyleCnt="0"/>
      <dgm:spPr/>
    </dgm:pt>
    <dgm:pt modelId="{5AEA7D1C-3377-441E-86D2-9BC7E25FEAAE}" type="pres">
      <dgm:prSet presAssocID="{729926F9-8C68-4E06-ACF6-3CCF17BF9541}" presName="vertSpace2a" presStyleCnt="0"/>
      <dgm:spPr/>
    </dgm:pt>
    <dgm:pt modelId="{8F1E408D-8B22-4F0C-9CA6-507B8D2C7D4E}" type="pres">
      <dgm:prSet presAssocID="{729926F9-8C68-4E06-ACF6-3CCF17BF9541}" presName="horz2" presStyleCnt="0"/>
      <dgm:spPr/>
    </dgm:pt>
    <dgm:pt modelId="{16DECD0B-FCAA-4037-82C1-CA5068DEE7E5}" type="pres">
      <dgm:prSet presAssocID="{729926F9-8C68-4E06-ACF6-3CCF17BF9541}" presName="horzSpace2" presStyleCnt="0"/>
      <dgm:spPr/>
    </dgm:pt>
    <dgm:pt modelId="{ED7B841B-40D8-4706-8ACD-AD6645306FBF}" type="pres">
      <dgm:prSet presAssocID="{729926F9-8C68-4E06-ACF6-3CCF17BF9541}" presName="tx2" presStyleLbl="revTx" presStyleIdx="1" presStyleCnt="4"/>
      <dgm:spPr/>
      <dgm:t>
        <a:bodyPr/>
        <a:lstStyle/>
        <a:p>
          <a:endParaRPr lang="en-IN"/>
        </a:p>
      </dgm:t>
    </dgm:pt>
    <dgm:pt modelId="{1CA80814-8F03-471D-8930-6B0B72837CA9}" type="pres">
      <dgm:prSet presAssocID="{729926F9-8C68-4E06-ACF6-3CCF17BF9541}" presName="vert2" presStyleCnt="0"/>
      <dgm:spPr/>
    </dgm:pt>
    <dgm:pt modelId="{9B6D39C0-8900-4588-AFC4-600037258608}" type="pres">
      <dgm:prSet presAssocID="{729926F9-8C68-4E06-ACF6-3CCF17BF9541}" presName="thinLine2b" presStyleLbl="callout" presStyleIdx="0" presStyleCnt="3"/>
      <dgm:spPr/>
    </dgm:pt>
    <dgm:pt modelId="{5D581C94-1247-4335-9D5E-723386FDA7CA}" type="pres">
      <dgm:prSet presAssocID="{729926F9-8C68-4E06-ACF6-3CCF17BF9541}" presName="vertSpace2b" presStyleCnt="0"/>
      <dgm:spPr/>
    </dgm:pt>
    <dgm:pt modelId="{AE475888-680C-452E-929B-EDC8D9A86967}" type="pres">
      <dgm:prSet presAssocID="{BD759308-7634-4C61-8C1F-79550B0445B8}" presName="horz2" presStyleCnt="0"/>
      <dgm:spPr/>
    </dgm:pt>
    <dgm:pt modelId="{BCE5CCB9-C759-47C1-9703-5B32045C9B6F}" type="pres">
      <dgm:prSet presAssocID="{BD759308-7634-4C61-8C1F-79550B0445B8}" presName="horzSpace2" presStyleCnt="0"/>
      <dgm:spPr/>
    </dgm:pt>
    <dgm:pt modelId="{9505112B-BB6B-49BA-87DB-05FC84EF27A2}" type="pres">
      <dgm:prSet presAssocID="{BD759308-7634-4C61-8C1F-79550B0445B8}" presName="tx2" presStyleLbl="revTx" presStyleIdx="2" presStyleCnt="4"/>
      <dgm:spPr/>
      <dgm:t>
        <a:bodyPr/>
        <a:lstStyle/>
        <a:p>
          <a:endParaRPr lang="en-IN"/>
        </a:p>
      </dgm:t>
    </dgm:pt>
    <dgm:pt modelId="{667A5AA6-05E4-4082-9E28-EAC50FB4C8E1}" type="pres">
      <dgm:prSet presAssocID="{BD759308-7634-4C61-8C1F-79550B0445B8}" presName="vert2" presStyleCnt="0"/>
      <dgm:spPr/>
    </dgm:pt>
    <dgm:pt modelId="{EDF881F7-A826-4B96-8587-661F8BDC1C2E}" type="pres">
      <dgm:prSet presAssocID="{BD759308-7634-4C61-8C1F-79550B0445B8}" presName="thinLine2b" presStyleLbl="callout" presStyleIdx="1" presStyleCnt="3"/>
      <dgm:spPr/>
    </dgm:pt>
    <dgm:pt modelId="{5ACA9563-38D7-47E1-AEB9-90DE97A69F33}" type="pres">
      <dgm:prSet presAssocID="{BD759308-7634-4C61-8C1F-79550B0445B8}" presName="vertSpace2b" presStyleCnt="0"/>
      <dgm:spPr/>
    </dgm:pt>
    <dgm:pt modelId="{96749B52-84ED-4ED0-8C57-94DF0E9AD787}" type="pres">
      <dgm:prSet presAssocID="{B9774955-E602-438A-BD88-8686249FC828}" presName="horz2" presStyleCnt="0"/>
      <dgm:spPr/>
    </dgm:pt>
    <dgm:pt modelId="{2AA43D6B-153F-4B23-B57A-4005AB47416E}" type="pres">
      <dgm:prSet presAssocID="{B9774955-E602-438A-BD88-8686249FC828}" presName="horzSpace2" presStyleCnt="0"/>
      <dgm:spPr/>
    </dgm:pt>
    <dgm:pt modelId="{972C757D-8A3E-490C-837D-F5846C64DEDE}" type="pres">
      <dgm:prSet presAssocID="{B9774955-E602-438A-BD88-8686249FC828}" presName="tx2" presStyleLbl="revTx" presStyleIdx="3" presStyleCnt="4"/>
      <dgm:spPr/>
      <dgm:t>
        <a:bodyPr/>
        <a:lstStyle/>
        <a:p>
          <a:endParaRPr lang="en-IN"/>
        </a:p>
      </dgm:t>
    </dgm:pt>
    <dgm:pt modelId="{13E0A3F5-150D-4EA8-9792-26D1CB989C97}" type="pres">
      <dgm:prSet presAssocID="{B9774955-E602-438A-BD88-8686249FC828}" presName="vert2" presStyleCnt="0"/>
      <dgm:spPr/>
    </dgm:pt>
    <dgm:pt modelId="{E9A5FA7E-5010-482E-A53B-230FFFC6680C}" type="pres">
      <dgm:prSet presAssocID="{B9774955-E602-438A-BD88-8686249FC828}" presName="thinLine2b" presStyleLbl="callout" presStyleIdx="2" presStyleCnt="3"/>
      <dgm:spPr/>
    </dgm:pt>
    <dgm:pt modelId="{066936EF-8097-4B7C-9655-2EB88B6C2D6E}" type="pres">
      <dgm:prSet presAssocID="{B9774955-E602-438A-BD88-8686249FC828}" presName="vertSpace2b" presStyleCnt="0"/>
      <dgm:spPr/>
    </dgm:pt>
  </dgm:ptLst>
  <dgm:cxnLst>
    <dgm:cxn modelId="{97FFB981-EB0F-4BD0-AD2E-1D9318B2950B}" srcId="{4B467D70-9610-4E55-A36A-3154BE9500C4}" destId="{B9774955-E602-438A-BD88-8686249FC828}" srcOrd="2" destOrd="0" parTransId="{CDB87C6D-AE03-4F2A-AB26-5FBF8A7F186F}" sibTransId="{A7F901F7-2759-4661-A949-119991D64108}"/>
    <dgm:cxn modelId="{38605596-4169-4011-B2B4-0327B045F365}" srcId="{4B467D70-9610-4E55-A36A-3154BE9500C4}" destId="{BD759308-7634-4C61-8C1F-79550B0445B8}" srcOrd="1" destOrd="0" parTransId="{2A345A84-85EC-4536-9776-A3C91D7CC6FB}" sibTransId="{908E248C-BDDE-4543-A5D6-00D40EABB8F1}"/>
    <dgm:cxn modelId="{71133020-BE2D-47C3-8710-D3FA4C74EA4A}" type="presOf" srcId="{729926F9-8C68-4E06-ACF6-3CCF17BF9541}" destId="{ED7B841B-40D8-4706-8ACD-AD6645306FBF}" srcOrd="0" destOrd="0" presId="urn:microsoft.com/office/officeart/2008/layout/LinedList"/>
    <dgm:cxn modelId="{35DF8885-437E-432B-84D2-9972B787F5BE}" type="presOf" srcId="{4B467D70-9610-4E55-A36A-3154BE9500C4}" destId="{7380577C-F80B-4FA4-A359-172A81952C19}" srcOrd="0" destOrd="0" presId="urn:microsoft.com/office/officeart/2008/layout/LinedList"/>
    <dgm:cxn modelId="{B69901BD-A9E6-44F9-923E-28939A914A43}" type="presOf" srcId="{C1679F57-D5AF-4D8F-99B3-8E2391018BA9}" destId="{F3BBBFEF-092D-4BE2-BFC5-288DE6926DD2}" srcOrd="0" destOrd="0" presId="urn:microsoft.com/office/officeart/2008/layout/LinedList"/>
    <dgm:cxn modelId="{3B3B3BD6-D3A0-40D2-B7DB-37C2F0C7F19E}" type="presOf" srcId="{BD759308-7634-4C61-8C1F-79550B0445B8}" destId="{9505112B-BB6B-49BA-87DB-05FC84EF27A2}" srcOrd="0" destOrd="0" presId="urn:microsoft.com/office/officeart/2008/layout/LinedList"/>
    <dgm:cxn modelId="{6E46FF71-0877-460A-915A-F96BB690EF9C}" srcId="{C1679F57-D5AF-4D8F-99B3-8E2391018BA9}" destId="{4B467D70-9610-4E55-A36A-3154BE9500C4}" srcOrd="0" destOrd="0" parTransId="{BEC415C5-3907-4BB2-84AE-15E1BA8525A3}" sibTransId="{1182635B-4DD1-4009-9DCB-29D866C18F80}"/>
    <dgm:cxn modelId="{64261DE1-2A60-4AE1-B665-E3DDE263DE02}" type="presOf" srcId="{B9774955-E602-438A-BD88-8686249FC828}" destId="{972C757D-8A3E-490C-837D-F5846C64DEDE}" srcOrd="0" destOrd="0" presId="urn:microsoft.com/office/officeart/2008/layout/LinedList"/>
    <dgm:cxn modelId="{1E3EEBC6-2BEF-4520-856F-6507AE54F599}" srcId="{4B467D70-9610-4E55-A36A-3154BE9500C4}" destId="{729926F9-8C68-4E06-ACF6-3CCF17BF9541}" srcOrd="0" destOrd="0" parTransId="{31038655-997F-427B-BAD2-E4DEE0116480}" sibTransId="{6E78C03B-6E2C-4B91-93DF-D251C821DD29}"/>
    <dgm:cxn modelId="{0C519338-6B47-46C1-8F13-0ED3EE0225CE}" type="presParOf" srcId="{F3BBBFEF-092D-4BE2-BFC5-288DE6926DD2}" destId="{8DB63B4C-B99A-47B2-A498-84182B1F9613}" srcOrd="0" destOrd="0" presId="urn:microsoft.com/office/officeart/2008/layout/LinedList"/>
    <dgm:cxn modelId="{DCD05202-3551-451E-A904-C947D2DBBFCE}" type="presParOf" srcId="{F3BBBFEF-092D-4BE2-BFC5-288DE6926DD2}" destId="{6FB6905A-4F28-42BC-8ACA-39896DDFDA1B}" srcOrd="1" destOrd="0" presId="urn:microsoft.com/office/officeart/2008/layout/LinedList"/>
    <dgm:cxn modelId="{37DCEBFE-E0B2-4F10-9E77-C8B65ABB485E}" type="presParOf" srcId="{6FB6905A-4F28-42BC-8ACA-39896DDFDA1B}" destId="{7380577C-F80B-4FA4-A359-172A81952C19}" srcOrd="0" destOrd="0" presId="urn:microsoft.com/office/officeart/2008/layout/LinedList"/>
    <dgm:cxn modelId="{A2432C7C-25CE-4450-A696-61DF741B82D4}" type="presParOf" srcId="{6FB6905A-4F28-42BC-8ACA-39896DDFDA1B}" destId="{790CBAD4-1439-4411-BCC7-AFFA4813913B}" srcOrd="1" destOrd="0" presId="urn:microsoft.com/office/officeart/2008/layout/LinedList"/>
    <dgm:cxn modelId="{8B661554-53B0-43DB-A69D-ECC63C0AB7F0}" type="presParOf" srcId="{790CBAD4-1439-4411-BCC7-AFFA4813913B}" destId="{5AEA7D1C-3377-441E-86D2-9BC7E25FEAAE}" srcOrd="0" destOrd="0" presId="urn:microsoft.com/office/officeart/2008/layout/LinedList"/>
    <dgm:cxn modelId="{4CBD74E7-EF5B-44C4-BD86-2EF7443F8E89}" type="presParOf" srcId="{790CBAD4-1439-4411-BCC7-AFFA4813913B}" destId="{8F1E408D-8B22-4F0C-9CA6-507B8D2C7D4E}" srcOrd="1" destOrd="0" presId="urn:microsoft.com/office/officeart/2008/layout/LinedList"/>
    <dgm:cxn modelId="{F1126398-2F54-424C-BA47-1638F5DAAB2C}" type="presParOf" srcId="{8F1E408D-8B22-4F0C-9CA6-507B8D2C7D4E}" destId="{16DECD0B-FCAA-4037-82C1-CA5068DEE7E5}" srcOrd="0" destOrd="0" presId="urn:microsoft.com/office/officeart/2008/layout/LinedList"/>
    <dgm:cxn modelId="{E9037E84-B5E6-473A-962D-9FEA783FE5FD}" type="presParOf" srcId="{8F1E408D-8B22-4F0C-9CA6-507B8D2C7D4E}" destId="{ED7B841B-40D8-4706-8ACD-AD6645306FBF}" srcOrd="1" destOrd="0" presId="urn:microsoft.com/office/officeart/2008/layout/LinedList"/>
    <dgm:cxn modelId="{8C6857E1-7001-4986-9985-03786D6EA83A}" type="presParOf" srcId="{8F1E408D-8B22-4F0C-9CA6-507B8D2C7D4E}" destId="{1CA80814-8F03-471D-8930-6B0B72837CA9}" srcOrd="2" destOrd="0" presId="urn:microsoft.com/office/officeart/2008/layout/LinedList"/>
    <dgm:cxn modelId="{EEE96D7A-19E2-4319-B8DB-D40862609670}" type="presParOf" srcId="{790CBAD4-1439-4411-BCC7-AFFA4813913B}" destId="{9B6D39C0-8900-4588-AFC4-600037258608}" srcOrd="2" destOrd="0" presId="urn:microsoft.com/office/officeart/2008/layout/LinedList"/>
    <dgm:cxn modelId="{8A0D592B-65AF-4DFB-B53C-E25A87BD1ECF}" type="presParOf" srcId="{790CBAD4-1439-4411-BCC7-AFFA4813913B}" destId="{5D581C94-1247-4335-9D5E-723386FDA7CA}" srcOrd="3" destOrd="0" presId="urn:microsoft.com/office/officeart/2008/layout/LinedList"/>
    <dgm:cxn modelId="{0DC24EA8-734A-4683-BDC4-5082CF6D6DA6}" type="presParOf" srcId="{790CBAD4-1439-4411-BCC7-AFFA4813913B}" destId="{AE475888-680C-452E-929B-EDC8D9A86967}" srcOrd="4" destOrd="0" presId="urn:microsoft.com/office/officeart/2008/layout/LinedList"/>
    <dgm:cxn modelId="{7A71DBFC-7245-4EBC-8169-CC2FF9F5133E}" type="presParOf" srcId="{AE475888-680C-452E-929B-EDC8D9A86967}" destId="{BCE5CCB9-C759-47C1-9703-5B32045C9B6F}" srcOrd="0" destOrd="0" presId="urn:microsoft.com/office/officeart/2008/layout/LinedList"/>
    <dgm:cxn modelId="{A931C2B9-E4A5-44D6-A8BF-4FF4343250EA}" type="presParOf" srcId="{AE475888-680C-452E-929B-EDC8D9A86967}" destId="{9505112B-BB6B-49BA-87DB-05FC84EF27A2}" srcOrd="1" destOrd="0" presId="urn:microsoft.com/office/officeart/2008/layout/LinedList"/>
    <dgm:cxn modelId="{9989C46A-C194-43D0-9543-6B5B46B58CCF}" type="presParOf" srcId="{AE475888-680C-452E-929B-EDC8D9A86967}" destId="{667A5AA6-05E4-4082-9E28-EAC50FB4C8E1}" srcOrd="2" destOrd="0" presId="urn:microsoft.com/office/officeart/2008/layout/LinedList"/>
    <dgm:cxn modelId="{FCCD9E65-D646-4C5A-8B76-D2B9B9F94A08}" type="presParOf" srcId="{790CBAD4-1439-4411-BCC7-AFFA4813913B}" destId="{EDF881F7-A826-4B96-8587-661F8BDC1C2E}" srcOrd="5" destOrd="0" presId="urn:microsoft.com/office/officeart/2008/layout/LinedList"/>
    <dgm:cxn modelId="{5E83D364-44F7-423C-A0A3-F76D8886F14A}" type="presParOf" srcId="{790CBAD4-1439-4411-BCC7-AFFA4813913B}" destId="{5ACA9563-38D7-47E1-AEB9-90DE97A69F33}" srcOrd="6" destOrd="0" presId="urn:microsoft.com/office/officeart/2008/layout/LinedList"/>
    <dgm:cxn modelId="{5B57D92F-C688-46B8-8F0F-2DCF8A6797DA}" type="presParOf" srcId="{790CBAD4-1439-4411-BCC7-AFFA4813913B}" destId="{96749B52-84ED-4ED0-8C57-94DF0E9AD787}" srcOrd="7" destOrd="0" presId="urn:microsoft.com/office/officeart/2008/layout/LinedList"/>
    <dgm:cxn modelId="{09C6EE80-0699-4CC2-9D53-7B037586DC03}" type="presParOf" srcId="{96749B52-84ED-4ED0-8C57-94DF0E9AD787}" destId="{2AA43D6B-153F-4B23-B57A-4005AB47416E}" srcOrd="0" destOrd="0" presId="urn:microsoft.com/office/officeart/2008/layout/LinedList"/>
    <dgm:cxn modelId="{B9189255-349E-462C-B6ED-128E97A2772E}" type="presParOf" srcId="{96749B52-84ED-4ED0-8C57-94DF0E9AD787}" destId="{972C757D-8A3E-490C-837D-F5846C64DEDE}" srcOrd="1" destOrd="0" presId="urn:microsoft.com/office/officeart/2008/layout/LinedList"/>
    <dgm:cxn modelId="{37F97FE7-6B2D-47DA-BADE-BEA0865A0C8B}" type="presParOf" srcId="{96749B52-84ED-4ED0-8C57-94DF0E9AD787}" destId="{13E0A3F5-150D-4EA8-9792-26D1CB989C97}" srcOrd="2" destOrd="0" presId="urn:microsoft.com/office/officeart/2008/layout/LinedList"/>
    <dgm:cxn modelId="{12ED5FAD-C10E-4285-8081-A9727402AB4A}" type="presParOf" srcId="{790CBAD4-1439-4411-BCC7-AFFA4813913B}" destId="{E9A5FA7E-5010-482E-A53B-230FFFC6680C}" srcOrd="8" destOrd="0" presId="urn:microsoft.com/office/officeart/2008/layout/LinedList"/>
    <dgm:cxn modelId="{F27898DB-94B0-40A0-834D-800E4FEC646E}" type="presParOf" srcId="{790CBAD4-1439-4411-BCC7-AFFA4813913B}" destId="{066936EF-8097-4B7C-9655-2EB88B6C2D6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533D7D-B5D4-4430-B86C-698FC65AD743}" type="doc">
      <dgm:prSet loTypeId="urn:microsoft.com/office/officeart/2009/3/layout/StepUpProcess" loCatId="process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14E052E3-D045-4EEA-B021-40FFD67932AA}">
      <dgm:prSet phldrT="[Text]"/>
      <dgm:spPr/>
      <dgm:t>
        <a:bodyPr/>
        <a:lstStyle/>
        <a:p>
          <a:r>
            <a:rPr lang="en-US" dirty="0" smtClean="0"/>
            <a:t>Random Forest</a:t>
          </a:r>
          <a:endParaRPr lang="en-IN" dirty="0"/>
        </a:p>
      </dgm:t>
    </dgm:pt>
    <dgm:pt modelId="{8018EFD1-32CD-4831-B669-FB25A74D9950}" type="parTrans" cxnId="{0F65CB19-2F80-47D6-9D58-BBD83036D7EA}">
      <dgm:prSet/>
      <dgm:spPr/>
      <dgm:t>
        <a:bodyPr/>
        <a:lstStyle/>
        <a:p>
          <a:endParaRPr lang="en-IN"/>
        </a:p>
      </dgm:t>
    </dgm:pt>
    <dgm:pt modelId="{4BDC8A6F-CAC5-47F3-A9B3-45028BE14B44}" type="sibTrans" cxnId="{0F65CB19-2F80-47D6-9D58-BBD83036D7EA}">
      <dgm:prSet/>
      <dgm:spPr/>
      <dgm:t>
        <a:bodyPr/>
        <a:lstStyle/>
        <a:p>
          <a:endParaRPr lang="en-IN"/>
        </a:p>
      </dgm:t>
    </dgm:pt>
    <dgm:pt modelId="{462CE119-E552-4ECB-9881-A22E7D4941D7}">
      <dgm:prSet phldrT="[Text]"/>
      <dgm:spPr/>
      <dgm:t>
        <a:bodyPr/>
        <a:lstStyle/>
        <a:p>
          <a:r>
            <a:rPr lang="en-US" dirty="0" smtClean="0"/>
            <a:t>Balanced LR</a:t>
          </a:r>
          <a:endParaRPr lang="en-IN" dirty="0"/>
        </a:p>
      </dgm:t>
    </dgm:pt>
    <dgm:pt modelId="{25011E4A-D369-4BCE-8532-849C58CEF856}" type="parTrans" cxnId="{5AB62716-C747-410E-AB86-12714108A6D6}">
      <dgm:prSet/>
      <dgm:spPr/>
      <dgm:t>
        <a:bodyPr/>
        <a:lstStyle/>
        <a:p>
          <a:endParaRPr lang="en-IN"/>
        </a:p>
      </dgm:t>
    </dgm:pt>
    <dgm:pt modelId="{38F283CF-0F3C-4AB6-A36C-CF9931D39F0A}" type="sibTrans" cxnId="{5AB62716-C747-410E-AB86-12714108A6D6}">
      <dgm:prSet/>
      <dgm:spPr/>
      <dgm:t>
        <a:bodyPr/>
        <a:lstStyle/>
        <a:p>
          <a:endParaRPr lang="en-IN"/>
        </a:p>
      </dgm:t>
    </dgm:pt>
    <dgm:pt modelId="{850A2CB5-59E3-41F9-A175-C5D60DE57EA3}">
      <dgm:prSet phldrT="[Text]"/>
      <dgm:spPr/>
      <dgm:t>
        <a:bodyPr/>
        <a:lstStyle/>
        <a:p>
          <a:r>
            <a:rPr lang="en-US" dirty="0" smtClean="0"/>
            <a:t>Logistic Regression</a:t>
          </a:r>
          <a:endParaRPr lang="en-IN" dirty="0"/>
        </a:p>
      </dgm:t>
    </dgm:pt>
    <dgm:pt modelId="{5F5C2AFB-0D2D-40B5-835F-D20D9755DC80}" type="parTrans" cxnId="{72E2F3CE-DE53-43AA-B0EC-B625D9429C60}">
      <dgm:prSet/>
      <dgm:spPr/>
      <dgm:t>
        <a:bodyPr/>
        <a:lstStyle/>
        <a:p>
          <a:endParaRPr lang="en-IN"/>
        </a:p>
      </dgm:t>
    </dgm:pt>
    <dgm:pt modelId="{E0ABDC83-0177-47AC-8E17-84DE9FAE2225}" type="sibTrans" cxnId="{72E2F3CE-DE53-43AA-B0EC-B625D9429C60}">
      <dgm:prSet/>
      <dgm:spPr/>
      <dgm:t>
        <a:bodyPr/>
        <a:lstStyle/>
        <a:p>
          <a:endParaRPr lang="en-IN"/>
        </a:p>
      </dgm:t>
    </dgm:pt>
    <dgm:pt modelId="{4CF21C39-7357-4FA1-A78B-8CCCD805161E}" type="pres">
      <dgm:prSet presAssocID="{ED533D7D-B5D4-4430-B86C-698FC65AD743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5D19E347-B90F-4879-9D2D-6953E68E2A27}" type="pres">
      <dgm:prSet presAssocID="{14E052E3-D045-4EEA-B021-40FFD67932AA}" presName="composite" presStyleCnt="0"/>
      <dgm:spPr/>
    </dgm:pt>
    <dgm:pt modelId="{E30232D7-8EF1-4565-B797-7BFD80092676}" type="pres">
      <dgm:prSet presAssocID="{14E052E3-D045-4EEA-B021-40FFD67932AA}" presName="LShape" presStyleLbl="alignNode1" presStyleIdx="0" presStyleCnt="5"/>
      <dgm:spPr/>
    </dgm:pt>
    <dgm:pt modelId="{3F9B60D6-D246-4DC2-90DA-8B58048C9882}" type="pres">
      <dgm:prSet presAssocID="{14E052E3-D045-4EEA-B021-40FFD67932AA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8D06894-6C9F-4860-83BF-E83145D7E344}" type="pres">
      <dgm:prSet presAssocID="{14E052E3-D045-4EEA-B021-40FFD67932AA}" presName="Triangle" presStyleLbl="alignNode1" presStyleIdx="1" presStyleCnt="5"/>
      <dgm:spPr/>
    </dgm:pt>
    <dgm:pt modelId="{490E9D6F-C2D1-4380-AAA8-A62EFD992F0E}" type="pres">
      <dgm:prSet presAssocID="{4BDC8A6F-CAC5-47F3-A9B3-45028BE14B44}" presName="sibTrans" presStyleCnt="0"/>
      <dgm:spPr/>
    </dgm:pt>
    <dgm:pt modelId="{3A3B7613-E44B-4CB2-9B53-23067DFE1BDD}" type="pres">
      <dgm:prSet presAssocID="{4BDC8A6F-CAC5-47F3-A9B3-45028BE14B44}" presName="space" presStyleCnt="0"/>
      <dgm:spPr/>
    </dgm:pt>
    <dgm:pt modelId="{C260D15C-B7EB-407C-9AEA-E266985E9F75}" type="pres">
      <dgm:prSet presAssocID="{462CE119-E552-4ECB-9881-A22E7D4941D7}" presName="composite" presStyleCnt="0"/>
      <dgm:spPr/>
    </dgm:pt>
    <dgm:pt modelId="{D0597324-E92F-4DE3-85BC-769C9B7901B4}" type="pres">
      <dgm:prSet presAssocID="{462CE119-E552-4ECB-9881-A22E7D4941D7}" presName="LShape" presStyleLbl="alignNode1" presStyleIdx="2" presStyleCnt="5"/>
      <dgm:spPr/>
    </dgm:pt>
    <dgm:pt modelId="{A320F799-F72D-4995-9CEA-2C9F86CF218C}" type="pres">
      <dgm:prSet presAssocID="{462CE119-E552-4ECB-9881-A22E7D4941D7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DC86181-2735-4566-86B7-00664A59AE5F}" type="pres">
      <dgm:prSet presAssocID="{462CE119-E552-4ECB-9881-A22E7D4941D7}" presName="Triangle" presStyleLbl="alignNode1" presStyleIdx="3" presStyleCnt="5"/>
      <dgm:spPr/>
    </dgm:pt>
    <dgm:pt modelId="{D436888A-F0C5-416A-ADE1-B002D1801FEB}" type="pres">
      <dgm:prSet presAssocID="{38F283CF-0F3C-4AB6-A36C-CF9931D39F0A}" presName="sibTrans" presStyleCnt="0"/>
      <dgm:spPr/>
    </dgm:pt>
    <dgm:pt modelId="{F0558E92-45D8-4340-B2AC-6E4F92E9F713}" type="pres">
      <dgm:prSet presAssocID="{38F283CF-0F3C-4AB6-A36C-CF9931D39F0A}" presName="space" presStyleCnt="0"/>
      <dgm:spPr/>
    </dgm:pt>
    <dgm:pt modelId="{A712A95A-F3FE-45E1-BFB9-15EA57BC8C4C}" type="pres">
      <dgm:prSet presAssocID="{850A2CB5-59E3-41F9-A175-C5D60DE57EA3}" presName="composite" presStyleCnt="0"/>
      <dgm:spPr/>
    </dgm:pt>
    <dgm:pt modelId="{4B5D7995-046A-474B-AEDB-77D29F85DE50}" type="pres">
      <dgm:prSet presAssocID="{850A2CB5-59E3-41F9-A175-C5D60DE57EA3}" presName="LShape" presStyleLbl="alignNode1" presStyleIdx="4" presStyleCnt="5"/>
      <dgm:spPr/>
    </dgm:pt>
    <dgm:pt modelId="{16DF58C7-283D-44AA-9BAD-6185397E268E}" type="pres">
      <dgm:prSet presAssocID="{850A2CB5-59E3-41F9-A175-C5D60DE57EA3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4176D69-71CA-4BC8-9A33-E9ACE2DCDEE9}" type="presOf" srcId="{ED533D7D-B5D4-4430-B86C-698FC65AD743}" destId="{4CF21C39-7357-4FA1-A78B-8CCCD805161E}" srcOrd="0" destOrd="0" presId="urn:microsoft.com/office/officeart/2009/3/layout/StepUpProcess"/>
    <dgm:cxn modelId="{B98CF728-21D2-4B66-BDEB-DEE1970BC096}" type="presOf" srcId="{462CE119-E552-4ECB-9881-A22E7D4941D7}" destId="{A320F799-F72D-4995-9CEA-2C9F86CF218C}" srcOrd="0" destOrd="0" presId="urn:microsoft.com/office/officeart/2009/3/layout/StepUpProcess"/>
    <dgm:cxn modelId="{67F84CF5-CF46-4C92-932A-4AF594200B89}" type="presOf" srcId="{850A2CB5-59E3-41F9-A175-C5D60DE57EA3}" destId="{16DF58C7-283D-44AA-9BAD-6185397E268E}" srcOrd="0" destOrd="0" presId="urn:microsoft.com/office/officeart/2009/3/layout/StepUpProcess"/>
    <dgm:cxn modelId="{72E2F3CE-DE53-43AA-B0EC-B625D9429C60}" srcId="{ED533D7D-B5D4-4430-B86C-698FC65AD743}" destId="{850A2CB5-59E3-41F9-A175-C5D60DE57EA3}" srcOrd="2" destOrd="0" parTransId="{5F5C2AFB-0D2D-40B5-835F-D20D9755DC80}" sibTransId="{E0ABDC83-0177-47AC-8E17-84DE9FAE2225}"/>
    <dgm:cxn modelId="{0F65CB19-2F80-47D6-9D58-BBD83036D7EA}" srcId="{ED533D7D-B5D4-4430-B86C-698FC65AD743}" destId="{14E052E3-D045-4EEA-B021-40FFD67932AA}" srcOrd="0" destOrd="0" parTransId="{8018EFD1-32CD-4831-B669-FB25A74D9950}" sibTransId="{4BDC8A6F-CAC5-47F3-A9B3-45028BE14B44}"/>
    <dgm:cxn modelId="{DC3A85F0-0FB0-4723-8FD2-9580A85DB6EB}" type="presOf" srcId="{14E052E3-D045-4EEA-B021-40FFD67932AA}" destId="{3F9B60D6-D246-4DC2-90DA-8B58048C9882}" srcOrd="0" destOrd="0" presId="urn:microsoft.com/office/officeart/2009/3/layout/StepUpProcess"/>
    <dgm:cxn modelId="{5AB62716-C747-410E-AB86-12714108A6D6}" srcId="{ED533D7D-B5D4-4430-B86C-698FC65AD743}" destId="{462CE119-E552-4ECB-9881-A22E7D4941D7}" srcOrd="1" destOrd="0" parTransId="{25011E4A-D369-4BCE-8532-849C58CEF856}" sibTransId="{38F283CF-0F3C-4AB6-A36C-CF9931D39F0A}"/>
    <dgm:cxn modelId="{39EB3F1F-A6F8-4252-8EB6-E4F18ED2F400}" type="presParOf" srcId="{4CF21C39-7357-4FA1-A78B-8CCCD805161E}" destId="{5D19E347-B90F-4879-9D2D-6953E68E2A27}" srcOrd="0" destOrd="0" presId="urn:microsoft.com/office/officeart/2009/3/layout/StepUpProcess"/>
    <dgm:cxn modelId="{C79DD790-7D3B-4FAB-A799-55B60284B215}" type="presParOf" srcId="{5D19E347-B90F-4879-9D2D-6953E68E2A27}" destId="{E30232D7-8EF1-4565-B797-7BFD80092676}" srcOrd="0" destOrd="0" presId="urn:microsoft.com/office/officeart/2009/3/layout/StepUpProcess"/>
    <dgm:cxn modelId="{4A27B54B-78BC-4EA4-B4B3-C4AFF441876D}" type="presParOf" srcId="{5D19E347-B90F-4879-9D2D-6953E68E2A27}" destId="{3F9B60D6-D246-4DC2-90DA-8B58048C9882}" srcOrd="1" destOrd="0" presId="urn:microsoft.com/office/officeart/2009/3/layout/StepUpProcess"/>
    <dgm:cxn modelId="{8AE6B314-78AC-4247-AF00-176BBB466AA3}" type="presParOf" srcId="{5D19E347-B90F-4879-9D2D-6953E68E2A27}" destId="{E8D06894-6C9F-4860-83BF-E83145D7E344}" srcOrd="2" destOrd="0" presId="urn:microsoft.com/office/officeart/2009/3/layout/StepUpProcess"/>
    <dgm:cxn modelId="{02A1AF78-A8CE-47D8-8D44-5C7359A19CCD}" type="presParOf" srcId="{4CF21C39-7357-4FA1-A78B-8CCCD805161E}" destId="{490E9D6F-C2D1-4380-AAA8-A62EFD992F0E}" srcOrd="1" destOrd="0" presId="urn:microsoft.com/office/officeart/2009/3/layout/StepUpProcess"/>
    <dgm:cxn modelId="{11D5E05C-9A69-45C2-9028-1804A4C178E9}" type="presParOf" srcId="{490E9D6F-C2D1-4380-AAA8-A62EFD992F0E}" destId="{3A3B7613-E44B-4CB2-9B53-23067DFE1BDD}" srcOrd="0" destOrd="0" presId="urn:microsoft.com/office/officeart/2009/3/layout/StepUpProcess"/>
    <dgm:cxn modelId="{57DA808F-A63A-4BE4-A484-CBE84C0400BC}" type="presParOf" srcId="{4CF21C39-7357-4FA1-A78B-8CCCD805161E}" destId="{C260D15C-B7EB-407C-9AEA-E266985E9F75}" srcOrd="2" destOrd="0" presId="urn:microsoft.com/office/officeart/2009/3/layout/StepUpProcess"/>
    <dgm:cxn modelId="{879FBB58-CD85-4FE6-8E40-BD4D5F551972}" type="presParOf" srcId="{C260D15C-B7EB-407C-9AEA-E266985E9F75}" destId="{D0597324-E92F-4DE3-85BC-769C9B7901B4}" srcOrd="0" destOrd="0" presId="urn:microsoft.com/office/officeart/2009/3/layout/StepUpProcess"/>
    <dgm:cxn modelId="{5F232FA4-CE9F-4532-A365-E3318DD58794}" type="presParOf" srcId="{C260D15C-B7EB-407C-9AEA-E266985E9F75}" destId="{A320F799-F72D-4995-9CEA-2C9F86CF218C}" srcOrd="1" destOrd="0" presId="urn:microsoft.com/office/officeart/2009/3/layout/StepUpProcess"/>
    <dgm:cxn modelId="{502CBCA6-1A53-46ED-8382-E3B64917055A}" type="presParOf" srcId="{C260D15C-B7EB-407C-9AEA-E266985E9F75}" destId="{DDC86181-2735-4566-86B7-00664A59AE5F}" srcOrd="2" destOrd="0" presId="urn:microsoft.com/office/officeart/2009/3/layout/StepUpProcess"/>
    <dgm:cxn modelId="{7F148E74-FC0E-42BA-95F3-F0376C7955F3}" type="presParOf" srcId="{4CF21C39-7357-4FA1-A78B-8CCCD805161E}" destId="{D436888A-F0C5-416A-ADE1-B002D1801FEB}" srcOrd="3" destOrd="0" presId="urn:microsoft.com/office/officeart/2009/3/layout/StepUpProcess"/>
    <dgm:cxn modelId="{ECEBF6D2-8B9E-41B8-814B-60BC9E0F7D41}" type="presParOf" srcId="{D436888A-F0C5-416A-ADE1-B002D1801FEB}" destId="{F0558E92-45D8-4340-B2AC-6E4F92E9F713}" srcOrd="0" destOrd="0" presId="urn:microsoft.com/office/officeart/2009/3/layout/StepUpProcess"/>
    <dgm:cxn modelId="{139E1D55-A5FB-4664-8E67-AE88C4FE27D9}" type="presParOf" srcId="{4CF21C39-7357-4FA1-A78B-8CCCD805161E}" destId="{A712A95A-F3FE-45E1-BFB9-15EA57BC8C4C}" srcOrd="4" destOrd="0" presId="urn:microsoft.com/office/officeart/2009/3/layout/StepUpProcess"/>
    <dgm:cxn modelId="{B90470EC-E496-4341-B541-7D5DEA477E9C}" type="presParOf" srcId="{A712A95A-F3FE-45E1-BFB9-15EA57BC8C4C}" destId="{4B5D7995-046A-474B-AEDB-77D29F85DE50}" srcOrd="0" destOrd="0" presId="urn:microsoft.com/office/officeart/2009/3/layout/StepUpProcess"/>
    <dgm:cxn modelId="{85C0CE20-6688-4CEA-8FC7-DAD3AFA846E6}" type="presParOf" srcId="{A712A95A-F3FE-45E1-BFB9-15EA57BC8C4C}" destId="{16DF58C7-283D-44AA-9BAD-6185397E268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D96BCF2-8AAC-494D-B7B0-E52FDF190DD6}" type="doc">
      <dgm:prSet loTypeId="urn:microsoft.com/office/officeart/2005/8/layout/vList3" loCatId="list" qsTypeId="urn:microsoft.com/office/officeart/2005/8/quickstyle/3d1" qsCatId="3D" csTypeId="urn:microsoft.com/office/officeart/2005/8/colors/accent1_2" csCatId="accent1" phldr="1"/>
      <dgm:spPr/>
    </dgm:pt>
    <dgm:pt modelId="{381BCDB7-FC94-416C-BCF9-848BD53F3C8F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sz="2000" dirty="0" smtClean="0"/>
            <a:t>High </a:t>
          </a:r>
          <a:r>
            <a:rPr lang="en-US" sz="2000" dirty="0" smtClean="0">
              <a:solidFill>
                <a:schemeClr val="tx1"/>
              </a:solidFill>
            </a:rPr>
            <a:t>Income</a:t>
          </a:r>
          <a:r>
            <a:rPr lang="en-US" sz="2000" dirty="0" smtClean="0"/>
            <a:t> customers spend the highest and showed better response</a:t>
          </a:r>
          <a:r>
            <a:rPr lang="en-US" sz="1800" dirty="0" smtClean="0"/>
            <a:t>.</a:t>
          </a:r>
          <a:endParaRPr lang="en-IN" sz="1800" dirty="0"/>
        </a:p>
      </dgm:t>
    </dgm:pt>
    <dgm:pt modelId="{8EE7C131-8C28-4E2E-B0CE-06C5D7BCA04D}" type="parTrans" cxnId="{5AF6DA48-9997-4A40-B261-6D83BBE6EA75}">
      <dgm:prSet/>
      <dgm:spPr/>
      <dgm:t>
        <a:bodyPr/>
        <a:lstStyle/>
        <a:p>
          <a:endParaRPr lang="en-IN"/>
        </a:p>
      </dgm:t>
    </dgm:pt>
    <dgm:pt modelId="{C85E854E-F67D-4CF5-B8C9-B6C4CECD80F5}" type="sibTrans" cxnId="{5AF6DA48-9997-4A40-B261-6D83BBE6EA75}">
      <dgm:prSet/>
      <dgm:spPr/>
      <dgm:t>
        <a:bodyPr/>
        <a:lstStyle/>
        <a:p>
          <a:endParaRPr lang="en-IN"/>
        </a:p>
      </dgm:t>
    </dgm:pt>
    <dgm:pt modelId="{1E39606C-8C1C-442A-8671-B9CC3557E675}">
      <dgm:prSet phldrT="[Text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sz="2000" dirty="0" smtClean="0"/>
            <a:t>Customers without children spent more (₹1106 vs ₹406)  and have a higher acceptance rate of 26.48%.</a:t>
          </a:r>
          <a:endParaRPr lang="en-IN" sz="1800" dirty="0"/>
        </a:p>
      </dgm:t>
    </dgm:pt>
    <dgm:pt modelId="{0F23287A-703A-4DF8-AEBA-78C3F51E5DA9}" type="parTrans" cxnId="{5A20D31C-57AC-4D85-A208-0B2A524C1816}">
      <dgm:prSet/>
      <dgm:spPr/>
      <dgm:t>
        <a:bodyPr/>
        <a:lstStyle/>
        <a:p>
          <a:endParaRPr lang="en-IN"/>
        </a:p>
      </dgm:t>
    </dgm:pt>
    <dgm:pt modelId="{05B263BE-6AB9-4AEA-9D49-DAC2ADE5B9B1}" type="sibTrans" cxnId="{5A20D31C-57AC-4D85-A208-0B2A524C1816}">
      <dgm:prSet/>
      <dgm:spPr/>
      <dgm:t>
        <a:bodyPr/>
        <a:lstStyle/>
        <a:p>
          <a:endParaRPr lang="en-IN"/>
        </a:p>
      </dgm:t>
    </dgm:pt>
    <dgm:pt modelId="{0111941F-72C5-49BC-BEF4-6C0F17FCBE17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sz="2000" dirty="0" smtClean="0"/>
            <a:t>Customers purchases the highest from Store followed by Web. </a:t>
          </a:r>
        </a:p>
      </dgm:t>
    </dgm:pt>
    <dgm:pt modelId="{82B46007-3C2F-4704-AAAD-B67E644B7119}" type="parTrans" cxnId="{0E951665-FBFF-4DAB-A1AB-23429F203D93}">
      <dgm:prSet/>
      <dgm:spPr/>
      <dgm:t>
        <a:bodyPr/>
        <a:lstStyle/>
        <a:p>
          <a:endParaRPr lang="en-IN"/>
        </a:p>
      </dgm:t>
    </dgm:pt>
    <dgm:pt modelId="{11B92B60-414E-4663-A2C7-386C7C02F4BD}" type="sibTrans" cxnId="{0E951665-FBFF-4DAB-A1AB-23429F203D93}">
      <dgm:prSet/>
      <dgm:spPr/>
      <dgm:t>
        <a:bodyPr/>
        <a:lstStyle/>
        <a:p>
          <a:endParaRPr lang="en-IN"/>
        </a:p>
      </dgm:t>
    </dgm:pt>
    <dgm:pt modelId="{B1854B37-10B6-4570-97BA-550F9C84F44B}">
      <dgm:prSet phldrT="[Text]" custT="1"/>
      <dgm:spPr>
        <a:solidFill>
          <a:schemeClr val="bg2">
            <a:lumMod val="50000"/>
            <a:lumOff val="50000"/>
          </a:schemeClr>
        </a:solidFill>
      </dgm:spPr>
      <dgm:t>
        <a:bodyPr/>
        <a:lstStyle/>
        <a:p>
          <a:r>
            <a:rPr lang="en-US" sz="2000" dirty="0" smtClean="0"/>
            <a:t>Wines generates the largest share of customer spending followed by Meat.</a:t>
          </a:r>
        </a:p>
      </dgm:t>
    </dgm:pt>
    <dgm:pt modelId="{6F3803DF-3B87-480B-A2F1-BA6366A499B6}" type="parTrans" cxnId="{2F026FE3-25E9-4BB3-ABF6-686B34504367}">
      <dgm:prSet/>
      <dgm:spPr/>
      <dgm:t>
        <a:bodyPr/>
        <a:lstStyle/>
        <a:p>
          <a:endParaRPr lang="en-IN"/>
        </a:p>
      </dgm:t>
    </dgm:pt>
    <dgm:pt modelId="{A27F0DA9-1FD5-4495-B897-13DC9BB5A7E8}" type="sibTrans" cxnId="{2F026FE3-25E9-4BB3-ABF6-686B34504367}">
      <dgm:prSet/>
      <dgm:spPr/>
      <dgm:t>
        <a:bodyPr/>
        <a:lstStyle/>
        <a:p>
          <a:endParaRPr lang="en-IN"/>
        </a:p>
      </dgm:t>
    </dgm:pt>
    <dgm:pt modelId="{0B783493-1DD5-4E78-A909-20AF17237D26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PhD customers showed the highest response rate of 20.7%, while Widow customers showed the highest response rate of 24.7%. </a:t>
          </a:r>
        </a:p>
      </dgm:t>
    </dgm:pt>
    <dgm:pt modelId="{62A3A49E-42E5-47CE-88BB-EB561DC6416E}" type="parTrans" cxnId="{1C8E29B9-8ABC-4D9F-95C2-194AB5A7178D}">
      <dgm:prSet/>
      <dgm:spPr/>
      <dgm:t>
        <a:bodyPr/>
        <a:lstStyle/>
        <a:p>
          <a:endParaRPr lang="en-IN"/>
        </a:p>
      </dgm:t>
    </dgm:pt>
    <dgm:pt modelId="{DCCE144D-4DCA-49E4-AC33-438DBCD67B22}" type="sibTrans" cxnId="{1C8E29B9-8ABC-4D9F-95C2-194AB5A7178D}">
      <dgm:prSet/>
      <dgm:spPr/>
      <dgm:t>
        <a:bodyPr/>
        <a:lstStyle/>
        <a:p>
          <a:endParaRPr lang="en-IN"/>
        </a:p>
      </dgm:t>
    </dgm:pt>
    <dgm:pt modelId="{D0C70741-3625-4E1F-9B20-AA91EE42180F}" type="pres">
      <dgm:prSet presAssocID="{8D96BCF2-8AAC-494D-B7B0-E52FDF190DD6}" presName="linearFlow" presStyleCnt="0">
        <dgm:presLayoutVars>
          <dgm:dir/>
          <dgm:resizeHandles val="exact"/>
        </dgm:presLayoutVars>
      </dgm:prSet>
      <dgm:spPr/>
    </dgm:pt>
    <dgm:pt modelId="{BB53EE9F-DEBF-47BE-99E0-95C66993D4AA}" type="pres">
      <dgm:prSet presAssocID="{381BCDB7-FC94-416C-BCF9-848BD53F3C8F}" presName="composite" presStyleCnt="0"/>
      <dgm:spPr/>
    </dgm:pt>
    <dgm:pt modelId="{B867BB6C-FEEB-4BB9-AD78-6CD1D7B411C2}" type="pres">
      <dgm:prSet presAssocID="{381BCDB7-FC94-416C-BCF9-848BD53F3C8F}" presName="imgShp" presStyleLbl="fgImgPlace1" presStyleIdx="0" presStyleCnt="5" custLinFactNeighborX="670" custLinFactNeighborY="-49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6889BC3-1AFC-402E-9D86-0225DC912FAA}" type="pres">
      <dgm:prSet presAssocID="{381BCDB7-FC94-416C-BCF9-848BD53F3C8F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996D944-96A3-4ABB-B13D-6D014A75E6FC}" type="pres">
      <dgm:prSet presAssocID="{C85E854E-F67D-4CF5-B8C9-B6C4CECD80F5}" presName="spacing" presStyleCnt="0"/>
      <dgm:spPr/>
    </dgm:pt>
    <dgm:pt modelId="{EE2474B8-671A-4C3F-BEB9-77EE478A782E}" type="pres">
      <dgm:prSet presAssocID="{1E39606C-8C1C-442A-8671-B9CC3557E675}" presName="composite" presStyleCnt="0"/>
      <dgm:spPr/>
    </dgm:pt>
    <dgm:pt modelId="{7A322C2C-CC41-4A38-9109-5AE3CF17D82C}" type="pres">
      <dgm:prSet presAssocID="{1E39606C-8C1C-442A-8671-B9CC3557E675}" presName="imgShp" presStyleLbl="fgImgPlace1" presStyleIdx="1" presStyleCnt="5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600D35B-70D3-464C-A98A-4F0B36CFEA9B}" type="pres">
      <dgm:prSet presAssocID="{1E39606C-8C1C-442A-8671-B9CC3557E675}" presName="txShp" presStyleLbl="node1" presStyleIdx="1" presStyleCnt="5" custLinFactNeighborX="56" custLinFactNeighborY="3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1B24F76-6F7F-4144-B6AB-3F6C0D898B1D}" type="pres">
      <dgm:prSet presAssocID="{05B263BE-6AB9-4AEA-9D49-DAC2ADE5B9B1}" presName="spacing" presStyleCnt="0"/>
      <dgm:spPr/>
    </dgm:pt>
    <dgm:pt modelId="{0F15B41C-8B05-464C-85B3-22CA15550AD7}" type="pres">
      <dgm:prSet presAssocID="{0111941F-72C5-49BC-BEF4-6C0F17FCBE17}" presName="composite" presStyleCnt="0"/>
      <dgm:spPr/>
    </dgm:pt>
    <dgm:pt modelId="{410968A3-859A-4752-9532-B9EE7693D1B5}" type="pres">
      <dgm:prSet presAssocID="{0111941F-72C5-49BC-BEF4-6C0F17FCBE17}" presName="imgShp" presStyleLbl="fgImgPlace1" presStyleIdx="2" presStyleCnt="5" custLinFactNeighborX="670" custLinFactNeighborY="57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F32563FE-2E3B-44A9-8A95-C63E23BFCEE9}" type="pres">
      <dgm:prSet presAssocID="{0111941F-72C5-49BC-BEF4-6C0F17FCBE17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FD7157F-7C9A-4D2C-936F-4F24405B9758}" type="pres">
      <dgm:prSet presAssocID="{11B92B60-414E-4663-A2C7-386C7C02F4BD}" presName="spacing" presStyleCnt="0"/>
      <dgm:spPr/>
    </dgm:pt>
    <dgm:pt modelId="{7AEBB50D-2B36-4C6D-AACD-D3591A0EB550}" type="pres">
      <dgm:prSet presAssocID="{B1854B37-10B6-4570-97BA-550F9C84F44B}" presName="composite" presStyleCnt="0"/>
      <dgm:spPr/>
    </dgm:pt>
    <dgm:pt modelId="{B3A91070-7A6F-40FE-807B-FBB9EA5EEB3F}" type="pres">
      <dgm:prSet presAssocID="{B1854B37-10B6-4570-97BA-550F9C84F44B}" presName="imgShp" presStyleLbl="fgImgPlace1" presStyleIdx="3" presStyleCnt="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B24F49C-4229-45A6-A9B7-767C73B1E9AF}" type="pres">
      <dgm:prSet presAssocID="{B1854B37-10B6-4570-97BA-550F9C84F44B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317D9A9-9142-4495-9D6C-42E0A0850102}" type="pres">
      <dgm:prSet presAssocID="{A27F0DA9-1FD5-4495-B897-13DC9BB5A7E8}" presName="spacing" presStyleCnt="0"/>
      <dgm:spPr/>
    </dgm:pt>
    <dgm:pt modelId="{917BCEE5-23A2-4DDA-B3BF-F2FCD29A9B20}" type="pres">
      <dgm:prSet presAssocID="{0B783493-1DD5-4E78-A909-20AF17237D26}" presName="composite" presStyleCnt="0"/>
      <dgm:spPr/>
    </dgm:pt>
    <dgm:pt modelId="{34733D2E-4837-4D12-8897-039C33B12194}" type="pres">
      <dgm:prSet presAssocID="{0B783493-1DD5-4E78-A909-20AF17237D26}" presName="imgShp" presStyleLbl="fgImgPlac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F266E7ED-F74F-4FB1-B0AE-4BB371A867B1}" type="pres">
      <dgm:prSet presAssocID="{0B783493-1DD5-4E78-A909-20AF17237D26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A20D31C-57AC-4D85-A208-0B2A524C1816}" srcId="{8D96BCF2-8AAC-494D-B7B0-E52FDF190DD6}" destId="{1E39606C-8C1C-442A-8671-B9CC3557E675}" srcOrd="1" destOrd="0" parTransId="{0F23287A-703A-4DF8-AEBA-78C3F51E5DA9}" sibTransId="{05B263BE-6AB9-4AEA-9D49-DAC2ADE5B9B1}"/>
    <dgm:cxn modelId="{8AB05DCA-24E8-4DBA-9232-29C139B703D5}" type="presOf" srcId="{B1854B37-10B6-4570-97BA-550F9C84F44B}" destId="{7B24F49C-4229-45A6-A9B7-767C73B1E9AF}" srcOrd="0" destOrd="0" presId="urn:microsoft.com/office/officeart/2005/8/layout/vList3"/>
    <dgm:cxn modelId="{FC2B2CD9-41F9-4733-82F4-15C53AF77EEA}" type="presOf" srcId="{0B783493-1DD5-4E78-A909-20AF17237D26}" destId="{F266E7ED-F74F-4FB1-B0AE-4BB371A867B1}" srcOrd="0" destOrd="0" presId="urn:microsoft.com/office/officeart/2005/8/layout/vList3"/>
    <dgm:cxn modelId="{92704A3C-ACA3-4712-9DAE-9DEA0D824204}" type="presOf" srcId="{0111941F-72C5-49BC-BEF4-6C0F17FCBE17}" destId="{F32563FE-2E3B-44A9-8A95-C63E23BFCEE9}" srcOrd="0" destOrd="0" presId="urn:microsoft.com/office/officeart/2005/8/layout/vList3"/>
    <dgm:cxn modelId="{1C8E29B9-8ABC-4D9F-95C2-194AB5A7178D}" srcId="{8D96BCF2-8AAC-494D-B7B0-E52FDF190DD6}" destId="{0B783493-1DD5-4E78-A909-20AF17237D26}" srcOrd="4" destOrd="0" parTransId="{62A3A49E-42E5-47CE-88BB-EB561DC6416E}" sibTransId="{DCCE144D-4DCA-49E4-AC33-438DBCD67B22}"/>
    <dgm:cxn modelId="{2F026FE3-25E9-4BB3-ABF6-686B34504367}" srcId="{8D96BCF2-8AAC-494D-B7B0-E52FDF190DD6}" destId="{B1854B37-10B6-4570-97BA-550F9C84F44B}" srcOrd="3" destOrd="0" parTransId="{6F3803DF-3B87-480B-A2F1-BA6366A499B6}" sibTransId="{A27F0DA9-1FD5-4495-B897-13DC9BB5A7E8}"/>
    <dgm:cxn modelId="{0E951665-FBFF-4DAB-A1AB-23429F203D93}" srcId="{8D96BCF2-8AAC-494D-B7B0-E52FDF190DD6}" destId="{0111941F-72C5-49BC-BEF4-6C0F17FCBE17}" srcOrd="2" destOrd="0" parTransId="{82B46007-3C2F-4704-AAAD-B67E644B7119}" sibTransId="{11B92B60-414E-4663-A2C7-386C7C02F4BD}"/>
    <dgm:cxn modelId="{5AF6DA48-9997-4A40-B261-6D83BBE6EA75}" srcId="{8D96BCF2-8AAC-494D-B7B0-E52FDF190DD6}" destId="{381BCDB7-FC94-416C-BCF9-848BD53F3C8F}" srcOrd="0" destOrd="0" parTransId="{8EE7C131-8C28-4E2E-B0CE-06C5D7BCA04D}" sibTransId="{C85E854E-F67D-4CF5-B8C9-B6C4CECD80F5}"/>
    <dgm:cxn modelId="{6B7756C8-DA70-4079-995D-D576AE0DBE9F}" type="presOf" srcId="{381BCDB7-FC94-416C-BCF9-848BD53F3C8F}" destId="{36889BC3-1AFC-402E-9D86-0225DC912FAA}" srcOrd="0" destOrd="0" presId="urn:microsoft.com/office/officeart/2005/8/layout/vList3"/>
    <dgm:cxn modelId="{29DDEE81-98D0-4E5A-8E0B-2D271A1D8677}" type="presOf" srcId="{8D96BCF2-8AAC-494D-B7B0-E52FDF190DD6}" destId="{D0C70741-3625-4E1F-9B20-AA91EE42180F}" srcOrd="0" destOrd="0" presId="urn:microsoft.com/office/officeart/2005/8/layout/vList3"/>
    <dgm:cxn modelId="{1917D12F-8729-48EE-9ACD-44D907DB6BDF}" type="presOf" srcId="{1E39606C-8C1C-442A-8671-B9CC3557E675}" destId="{C600D35B-70D3-464C-A98A-4F0B36CFEA9B}" srcOrd="0" destOrd="0" presId="urn:microsoft.com/office/officeart/2005/8/layout/vList3"/>
    <dgm:cxn modelId="{5438E0C9-699D-46E0-AB5D-5972F29D595C}" type="presParOf" srcId="{D0C70741-3625-4E1F-9B20-AA91EE42180F}" destId="{BB53EE9F-DEBF-47BE-99E0-95C66993D4AA}" srcOrd="0" destOrd="0" presId="urn:microsoft.com/office/officeart/2005/8/layout/vList3"/>
    <dgm:cxn modelId="{207BA329-3E01-4296-B27F-0BB275052514}" type="presParOf" srcId="{BB53EE9F-DEBF-47BE-99E0-95C66993D4AA}" destId="{B867BB6C-FEEB-4BB9-AD78-6CD1D7B411C2}" srcOrd="0" destOrd="0" presId="urn:microsoft.com/office/officeart/2005/8/layout/vList3"/>
    <dgm:cxn modelId="{71A71FE5-21BA-45DA-B161-1BB0A4752B74}" type="presParOf" srcId="{BB53EE9F-DEBF-47BE-99E0-95C66993D4AA}" destId="{36889BC3-1AFC-402E-9D86-0225DC912FAA}" srcOrd="1" destOrd="0" presId="urn:microsoft.com/office/officeart/2005/8/layout/vList3"/>
    <dgm:cxn modelId="{290DE7FA-0043-41CF-9F89-418B17283C3B}" type="presParOf" srcId="{D0C70741-3625-4E1F-9B20-AA91EE42180F}" destId="{3996D944-96A3-4ABB-B13D-6D014A75E6FC}" srcOrd="1" destOrd="0" presId="urn:microsoft.com/office/officeart/2005/8/layout/vList3"/>
    <dgm:cxn modelId="{276BA93C-0296-499F-8A7F-42951E6E0762}" type="presParOf" srcId="{D0C70741-3625-4E1F-9B20-AA91EE42180F}" destId="{EE2474B8-671A-4C3F-BEB9-77EE478A782E}" srcOrd="2" destOrd="0" presId="urn:microsoft.com/office/officeart/2005/8/layout/vList3"/>
    <dgm:cxn modelId="{99E2B1D6-4EE2-4F36-8624-2FBA229E4DD5}" type="presParOf" srcId="{EE2474B8-671A-4C3F-BEB9-77EE478A782E}" destId="{7A322C2C-CC41-4A38-9109-5AE3CF17D82C}" srcOrd="0" destOrd="0" presId="urn:microsoft.com/office/officeart/2005/8/layout/vList3"/>
    <dgm:cxn modelId="{077C6020-B952-47A4-A887-50836F39BCBB}" type="presParOf" srcId="{EE2474B8-671A-4C3F-BEB9-77EE478A782E}" destId="{C600D35B-70D3-464C-A98A-4F0B36CFEA9B}" srcOrd="1" destOrd="0" presId="urn:microsoft.com/office/officeart/2005/8/layout/vList3"/>
    <dgm:cxn modelId="{0F268BD4-4EE7-4298-B28C-696B4F285C97}" type="presParOf" srcId="{D0C70741-3625-4E1F-9B20-AA91EE42180F}" destId="{B1B24F76-6F7F-4144-B6AB-3F6C0D898B1D}" srcOrd="3" destOrd="0" presId="urn:microsoft.com/office/officeart/2005/8/layout/vList3"/>
    <dgm:cxn modelId="{D30F81C2-C1E5-460C-A0BA-C81127AF36D6}" type="presParOf" srcId="{D0C70741-3625-4E1F-9B20-AA91EE42180F}" destId="{0F15B41C-8B05-464C-85B3-22CA15550AD7}" srcOrd="4" destOrd="0" presId="urn:microsoft.com/office/officeart/2005/8/layout/vList3"/>
    <dgm:cxn modelId="{90035942-02EB-4BAD-8AAD-2EBAB1EAC7D1}" type="presParOf" srcId="{0F15B41C-8B05-464C-85B3-22CA15550AD7}" destId="{410968A3-859A-4752-9532-B9EE7693D1B5}" srcOrd="0" destOrd="0" presId="urn:microsoft.com/office/officeart/2005/8/layout/vList3"/>
    <dgm:cxn modelId="{881804E7-DD79-4F4F-A048-53D41633C980}" type="presParOf" srcId="{0F15B41C-8B05-464C-85B3-22CA15550AD7}" destId="{F32563FE-2E3B-44A9-8A95-C63E23BFCEE9}" srcOrd="1" destOrd="0" presId="urn:microsoft.com/office/officeart/2005/8/layout/vList3"/>
    <dgm:cxn modelId="{F649F65C-2811-43A7-A0F6-88A951810B8D}" type="presParOf" srcId="{D0C70741-3625-4E1F-9B20-AA91EE42180F}" destId="{CFD7157F-7C9A-4D2C-936F-4F24405B9758}" srcOrd="5" destOrd="0" presId="urn:microsoft.com/office/officeart/2005/8/layout/vList3"/>
    <dgm:cxn modelId="{30C3D45D-88BC-490F-A99C-9DBDA9214587}" type="presParOf" srcId="{D0C70741-3625-4E1F-9B20-AA91EE42180F}" destId="{7AEBB50D-2B36-4C6D-AACD-D3591A0EB550}" srcOrd="6" destOrd="0" presId="urn:microsoft.com/office/officeart/2005/8/layout/vList3"/>
    <dgm:cxn modelId="{F2D1EFC8-36DF-465F-968E-F143AF7BFC62}" type="presParOf" srcId="{7AEBB50D-2B36-4C6D-AACD-D3591A0EB550}" destId="{B3A91070-7A6F-40FE-807B-FBB9EA5EEB3F}" srcOrd="0" destOrd="0" presId="urn:microsoft.com/office/officeart/2005/8/layout/vList3"/>
    <dgm:cxn modelId="{DA7E57BC-8B30-4CB6-A612-237C1F19E94F}" type="presParOf" srcId="{7AEBB50D-2B36-4C6D-AACD-D3591A0EB550}" destId="{7B24F49C-4229-45A6-A9B7-767C73B1E9AF}" srcOrd="1" destOrd="0" presId="urn:microsoft.com/office/officeart/2005/8/layout/vList3"/>
    <dgm:cxn modelId="{5F460F72-44AC-4695-8FBC-CE79B585340D}" type="presParOf" srcId="{D0C70741-3625-4E1F-9B20-AA91EE42180F}" destId="{F317D9A9-9142-4495-9D6C-42E0A0850102}" srcOrd="7" destOrd="0" presId="urn:microsoft.com/office/officeart/2005/8/layout/vList3"/>
    <dgm:cxn modelId="{3EADBDA4-E3F5-4982-B3F5-2D34F399564C}" type="presParOf" srcId="{D0C70741-3625-4E1F-9B20-AA91EE42180F}" destId="{917BCEE5-23A2-4DDA-B3BF-F2FCD29A9B20}" srcOrd="8" destOrd="0" presId="urn:microsoft.com/office/officeart/2005/8/layout/vList3"/>
    <dgm:cxn modelId="{C11A22C0-5E49-4E7D-A765-A8531E48A7B3}" type="presParOf" srcId="{917BCEE5-23A2-4DDA-B3BF-F2FCD29A9B20}" destId="{34733D2E-4837-4D12-8897-039C33B12194}" srcOrd="0" destOrd="0" presId="urn:microsoft.com/office/officeart/2005/8/layout/vList3"/>
    <dgm:cxn modelId="{888C9FF3-F238-483E-A61A-9AB7E2E06A3A}" type="presParOf" srcId="{917BCEE5-23A2-4DDA-B3BF-F2FCD29A9B20}" destId="{F266E7ED-F74F-4FB1-B0AE-4BB371A867B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FF4CC90-29D7-4DC7-B63F-34D6D93975E3}" type="doc">
      <dgm:prSet loTypeId="urn:microsoft.com/office/officeart/2005/8/layout/process1" loCatId="process" qsTypeId="urn:microsoft.com/office/officeart/2005/8/quickstyle/3d2" qsCatId="3D" csTypeId="urn:microsoft.com/office/officeart/2005/8/colors/accent4_1" csCatId="accent4" phldr="1"/>
      <dgm:spPr/>
    </dgm:pt>
    <dgm:pt modelId="{53688313-C547-493A-9958-AEED0AFF6ADF}">
      <dgm:prSet phldrT="[Text]" custT="1"/>
      <dgm:spPr/>
      <dgm:t>
        <a:bodyPr/>
        <a:lstStyle/>
        <a:p>
          <a:r>
            <a:rPr lang="en-IN" sz="2000" b="1" dirty="0" smtClean="0"/>
            <a:t>Problem</a:t>
          </a:r>
          <a:r>
            <a:rPr lang="en-IN" sz="2000" b="0" dirty="0" smtClean="0"/>
            <a:t>: </a:t>
          </a:r>
          <a:r>
            <a:rPr lang="en-US" sz="2000" b="0" dirty="0" smtClean="0"/>
            <a:t>Low buyer identification due to poor recall (6.25%)</a:t>
          </a:r>
          <a:endParaRPr lang="en-IN" sz="2000" b="0" dirty="0"/>
        </a:p>
      </dgm:t>
    </dgm:pt>
    <dgm:pt modelId="{882FFD8D-8F3C-4285-8D18-1B7727471F48}" type="parTrans" cxnId="{3E46AC79-CE8B-47A8-8DF1-B5056170F424}">
      <dgm:prSet/>
      <dgm:spPr/>
      <dgm:t>
        <a:bodyPr/>
        <a:lstStyle/>
        <a:p>
          <a:endParaRPr lang="en-IN"/>
        </a:p>
      </dgm:t>
    </dgm:pt>
    <dgm:pt modelId="{9F3B1908-9AF8-4393-AFC8-EE1F9B2EE6CB}" type="sibTrans" cxnId="{3E46AC79-CE8B-47A8-8DF1-B5056170F424}">
      <dgm:prSet/>
      <dgm:spPr/>
      <dgm:t>
        <a:bodyPr/>
        <a:lstStyle/>
        <a:p>
          <a:endParaRPr lang="en-IN"/>
        </a:p>
      </dgm:t>
    </dgm:pt>
    <dgm:pt modelId="{08A02277-2CC8-4481-8976-88ADEB15F246}">
      <dgm:prSet phldrT="[Text]" custT="1"/>
      <dgm:spPr/>
      <dgm:t>
        <a:bodyPr/>
        <a:lstStyle/>
        <a:p>
          <a:r>
            <a:rPr lang="en-US" sz="2000" b="1" dirty="0" smtClean="0"/>
            <a:t>Solution</a:t>
          </a:r>
          <a:r>
            <a:rPr lang="en-US" sz="2000" dirty="0" smtClean="0"/>
            <a:t>: Applied Balanced Logistic Regression model</a:t>
          </a:r>
          <a:endParaRPr lang="en-IN" sz="2000" dirty="0"/>
        </a:p>
      </dgm:t>
    </dgm:pt>
    <dgm:pt modelId="{9B285943-533A-4FCF-ADB1-9B158BD774CD}" type="parTrans" cxnId="{C192A1CA-BA5F-4F0B-8926-B1D9CA51DC9E}">
      <dgm:prSet/>
      <dgm:spPr/>
      <dgm:t>
        <a:bodyPr/>
        <a:lstStyle/>
        <a:p>
          <a:endParaRPr lang="en-IN"/>
        </a:p>
      </dgm:t>
    </dgm:pt>
    <dgm:pt modelId="{E6DE2AD8-CA06-4626-A240-A6C9AB7C9AA6}" type="sibTrans" cxnId="{C192A1CA-BA5F-4F0B-8926-B1D9CA51DC9E}">
      <dgm:prSet/>
      <dgm:spPr/>
      <dgm:t>
        <a:bodyPr/>
        <a:lstStyle/>
        <a:p>
          <a:endParaRPr lang="en-IN"/>
        </a:p>
      </dgm:t>
    </dgm:pt>
    <dgm:pt modelId="{C718C28B-2639-4F31-B48F-7BBCC8AC0FE4}">
      <dgm:prSet phldrT="[Text]" custT="1"/>
      <dgm:spPr/>
      <dgm:t>
        <a:bodyPr/>
        <a:lstStyle/>
        <a:p>
          <a:r>
            <a:rPr lang="en-US" sz="2000" b="1" dirty="0" smtClean="0"/>
            <a:t>Impact</a:t>
          </a:r>
          <a:r>
            <a:rPr lang="en-US" sz="2000" dirty="0" smtClean="0"/>
            <a:t>: Recall improved to 65.62%, increasing buyers from 4 to 42</a:t>
          </a:r>
          <a:endParaRPr lang="en-IN" sz="2000" dirty="0"/>
        </a:p>
      </dgm:t>
    </dgm:pt>
    <dgm:pt modelId="{12B82B0A-ED7D-4620-97D4-5B15DCB7684F}" type="parTrans" cxnId="{91701B78-577C-4A3D-B3E2-DF11F59998E8}">
      <dgm:prSet/>
      <dgm:spPr/>
      <dgm:t>
        <a:bodyPr/>
        <a:lstStyle/>
        <a:p>
          <a:endParaRPr lang="en-IN"/>
        </a:p>
      </dgm:t>
    </dgm:pt>
    <dgm:pt modelId="{0EFF3DA2-FE6D-4866-A4B7-E822B12234AA}" type="sibTrans" cxnId="{91701B78-577C-4A3D-B3E2-DF11F59998E8}">
      <dgm:prSet/>
      <dgm:spPr/>
      <dgm:t>
        <a:bodyPr/>
        <a:lstStyle/>
        <a:p>
          <a:endParaRPr lang="en-IN"/>
        </a:p>
      </dgm:t>
    </dgm:pt>
    <dgm:pt modelId="{609A8554-064C-4B48-B720-89D3A640A5B4}" type="pres">
      <dgm:prSet presAssocID="{BFF4CC90-29D7-4DC7-B63F-34D6D93975E3}" presName="Name0" presStyleCnt="0">
        <dgm:presLayoutVars>
          <dgm:dir/>
          <dgm:resizeHandles val="exact"/>
        </dgm:presLayoutVars>
      </dgm:prSet>
      <dgm:spPr/>
    </dgm:pt>
    <dgm:pt modelId="{4B7F2E98-C2BB-4B7C-B8FA-94CB77997027}" type="pres">
      <dgm:prSet presAssocID="{53688313-C547-493A-9958-AEED0AFF6ADF}" presName="node" presStyleLbl="node1" presStyleIdx="0" presStyleCnt="3" custLinFactNeighborX="2326" custLinFactNeighborY="-74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0737B4C-7170-4D9D-96EF-FBC3D934D0B1}" type="pres">
      <dgm:prSet presAssocID="{9F3B1908-9AF8-4393-AFC8-EE1F9B2EE6CB}" presName="sibTrans" presStyleLbl="sibTrans2D1" presStyleIdx="0" presStyleCnt="2"/>
      <dgm:spPr/>
      <dgm:t>
        <a:bodyPr/>
        <a:lstStyle/>
        <a:p>
          <a:endParaRPr lang="en-IN"/>
        </a:p>
      </dgm:t>
    </dgm:pt>
    <dgm:pt modelId="{F3ED7283-CB41-46B2-B4F2-80569E13E36B}" type="pres">
      <dgm:prSet presAssocID="{9F3B1908-9AF8-4393-AFC8-EE1F9B2EE6CB}" presName="connectorText" presStyleLbl="sibTrans2D1" presStyleIdx="0" presStyleCnt="2"/>
      <dgm:spPr/>
      <dgm:t>
        <a:bodyPr/>
        <a:lstStyle/>
        <a:p>
          <a:endParaRPr lang="en-IN"/>
        </a:p>
      </dgm:t>
    </dgm:pt>
    <dgm:pt modelId="{B260E519-87B9-4754-9C1D-2AB0A19D08FD}" type="pres">
      <dgm:prSet presAssocID="{08A02277-2CC8-4481-8976-88ADEB15F24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B7D927B-4A8A-4811-AC89-D4696B7B3DEF}" type="pres">
      <dgm:prSet presAssocID="{E6DE2AD8-CA06-4626-A240-A6C9AB7C9AA6}" presName="sibTrans" presStyleLbl="sibTrans2D1" presStyleIdx="1" presStyleCnt="2"/>
      <dgm:spPr/>
      <dgm:t>
        <a:bodyPr/>
        <a:lstStyle/>
        <a:p>
          <a:endParaRPr lang="en-IN"/>
        </a:p>
      </dgm:t>
    </dgm:pt>
    <dgm:pt modelId="{C9B8ED70-7F59-439C-8B38-A4D9F3A8D38F}" type="pres">
      <dgm:prSet presAssocID="{E6DE2AD8-CA06-4626-A240-A6C9AB7C9AA6}" presName="connectorText" presStyleLbl="sibTrans2D1" presStyleIdx="1" presStyleCnt="2"/>
      <dgm:spPr/>
      <dgm:t>
        <a:bodyPr/>
        <a:lstStyle/>
        <a:p>
          <a:endParaRPr lang="en-IN"/>
        </a:p>
      </dgm:t>
    </dgm:pt>
    <dgm:pt modelId="{850A722F-FBBE-4CD1-B670-2EF4BF678347}" type="pres">
      <dgm:prSet presAssocID="{C718C28B-2639-4F31-B48F-7BBCC8AC0FE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7CB5DBC1-4FC4-4DF1-B740-1B003A4A021B}" type="presOf" srcId="{08A02277-2CC8-4481-8976-88ADEB15F246}" destId="{B260E519-87B9-4754-9C1D-2AB0A19D08FD}" srcOrd="0" destOrd="0" presId="urn:microsoft.com/office/officeart/2005/8/layout/process1"/>
    <dgm:cxn modelId="{D14E121B-4955-4894-8E9D-E12BC31113AD}" type="presOf" srcId="{53688313-C547-493A-9958-AEED0AFF6ADF}" destId="{4B7F2E98-C2BB-4B7C-B8FA-94CB77997027}" srcOrd="0" destOrd="0" presId="urn:microsoft.com/office/officeart/2005/8/layout/process1"/>
    <dgm:cxn modelId="{762AC237-CF42-461D-9FC7-9AD979E39B84}" type="presOf" srcId="{E6DE2AD8-CA06-4626-A240-A6C9AB7C9AA6}" destId="{C9B8ED70-7F59-439C-8B38-A4D9F3A8D38F}" srcOrd="1" destOrd="0" presId="urn:microsoft.com/office/officeart/2005/8/layout/process1"/>
    <dgm:cxn modelId="{D2811FA3-B45A-4FBB-A6BE-5D20B471D59F}" type="presOf" srcId="{C718C28B-2639-4F31-B48F-7BBCC8AC0FE4}" destId="{850A722F-FBBE-4CD1-B670-2EF4BF678347}" srcOrd="0" destOrd="0" presId="urn:microsoft.com/office/officeart/2005/8/layout/process1"/>
    <dgm:cxn modelId="{8A3106FC-E6D9-42B8-A772-BE73463C3E7D}" type="presOf" srcId="{9F3B1908-9AF8-4393-AFC8-EE1F9B2EE6CB}" destId="{00737B4C-7170-4D9D-96EF-FBC3D934D0B1}" srcOrd="0" destOrd="0" presId="urn:microsoft.com/office/officeart/2005/8/layout/process1"/>
    <dgm:cxn modelId="{B9A58478-441D-4A3B-8630-FC247D726200}" type="presOf" srcId="{BFF4CC90-29D7-4DC7-B63F-34D6D93975E3}" destId="{609A8554-064C-4B48-B720-89D3A640A5B4}" srcOrd="0" destOrd="0" presId="urn:microsoft.com/office/officeart/2005/8/layout/process1"/>
    <dgm:cxn modelId="{78CDFD47-9274-4593-BB19-8C64B936E43F}" type="presOf" srcId="{E6DE2AD8-CA06-4626-A240-A6C9AB7C9AA6}" destId="{CB7D927B-4A8A-4811-AC89-D4696B7B3DEF}" srcOrd="0" destOrd="0" presId="urn:microsoft.com/office/officeart/2005/8/layout/process1"/>
    <dgm:cxn modelId="{8B852883-EB7D-4DCF-B00E-91CB40DB259E}" type="presOf" srcId="{9F3B1908-9AF8-4393-AFC8-EE1F9B2EE6CB}" destId="{F3ED7283-CB41-46B2-B4F2-80569E13E36B}" srcOrd="1" destOrd="0" presId="urn:microsoft.com/office/officeart/2005/8/layout/process1"/>
    <dgm:cxn modelId="{3E46AC79-CE8B-47A8-8DF1-B5056170F424}" srcId="{BFF4CC90-29D7-4DC7-B63F-34D6D93975E3}" destId="{53688313-C547-493A-9958-AEED0AFF6ADF}" srcOrd="0" destOrd="0" parTransId="{882FFD8D-8F3C-4285-8D18-1B7727471F48}" sibTransId="{9F3B1908-9AF8-4393-AFC8-EE1F9B2EE6CB}"/>
    <dgm:cxn modelId="{C192A1CA-BA5F-4F0B-8926-B1D9CA51DC9E}" srcId="{BFF4CC90-29D7-4DC7-B63F-34D6D93975E3}" destId="{08A02277-2CC8-4481-8976-88ADEB15F246}" srcOrd="1" destOrd="0" parTransId="{9B285943-533A-4FCF-ADB1-9B158BD774CD}" sibTransId="{E6DE2AD8-CA06-4626-A240-A6C9AB7C9AA6}"/>
    <dgm:cxn modelId="{91701B78-577C-4A3D-B3E2-DF11F59998E8}" srcId="{BFF4CC90-29D7-4DC7-B63F-34D6D93975E3}" destId="{C718C28B-2639-4F31-B48F-7BBCC8AC0FE4}" srcOrd="2" destOrd="0" parTransId="{12B82B0A-ED7D-4620-97D4-5B15DCB7684F}" sibTransId="{0EFF3DA2-FE6D-4866-A4B7-E822B12234AA}"/>
    <dgm:cxn modelId="{87F0C14B-0A8D-4011-9642-5463695994F9}" type="presParOf" srcId="{609A8554-064C-4B48-B720-89D3A640A5B4}" destId="{4B7F2E98-C2BB-4B7C-B8FA-94CB77997027}" srcOrd="0" destOrd="0" presId="urn:microsoft.com/office/officeart/2005/8/layout/process1"/>
    <dgm:cxn modelId="{BD5350B2-47A3-4B34-9248-0A4F25E04D66}" type="presParOf" srcId="{609A8554-064C-4B48-B720-89D3A640A5B4}" destId="{00737B4C-7170-4D9D-96EF-FBC3D934D0B1}" srcOrd="1" destOrd="0" presId="urn:microsoft.com/office/officeart/2005/8/layout/process1"/>
    <dgm:cxn modelId="{22EDC498-FC02-485A-BC01-702592306D73}" type="presParOf" srcId="{00737B4C-7170-4D9D-96EF-FBC3D934D0B1}" destId="{F3ED7283-CB41-46B2-B4F2-80569E13E36B}" srcOrd="0" destOrd="0" presId="urn:microsoft.com/office/officeart/2005/8/layout/process1"/>
    <dgm:cxn modelId="{718FD818-6B2E-408F-A7B1-74FAAAE9E0A9}" type="presParOf" srcId="{609A8554-064C-4B48-B720-89D3A640A5B4}" destId="{B260E519-87B9-4754-9C1D-2AB0A19D08FD}" srcOrd="2" destOrd="0" presId="urn:microsoft.com/office/officeart/2005/8/layout/process1"/>
    <dgm:cxn modelId="{53CE1A29-B327-498D-93F8-9C66FF69CBC0}" type="presParOf" srcId="{609A8554-064C-4B48-B720-89D3A640A5B4}" destId="{CB7D927B-4A8A-4811-AC89-D4696B7B3DEF}" srcOrd="3" destOrd="0" presId="urn:microsoft.com/office/officeart/2005/8/layout/process1"/>
    <dgm:cxn modelId="{0BFD12A3-C3A2-4FA1-A517-378C5AFDF29F}" type="presParOf" srcId="{CB7D927B-4A8A-4811-AC89-D4696B7B3DEF}" destId="{C9B8ED70-7F59-439C-8B38-A4D9F3A8D38F}" srcOrd="0" destOrd="0" presId="urn:microsoft.com/office/officeart/2005/8/layout/process1"/>
    <dgm:cxn modelId="{A88CB196-EAA6-4CE6-B88E-519C714D45AE}" type="presParOf" srcId="{609A8554-064C-4B48-B720-89D3A640A5B4}" destId="{850A722F-FBBE-4CD1-B670-2EF4BF67834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FF4CC90-29D7-4DC7-B63F-34D6D93975E3}" type="doc">
      <dgm:prSet loTypeId="urn:microsoft.com/office/officeart/2005/8/layout/process1" loCatId="process" qsTypeId="urn:microsoft.com/office/officeart/2005/8/quickstyle/3d2" qsCatId="3D" csTypeId="urn:microsoft.com/office/officeart/2005/8/colors/accent4_1" csCatId="accent4" phldr="1"/>
      <dgm:spPr/>
    </dgm:pt>
    <dgm:pt modelId="{53688313-C547-493A-9958-AEED0AFF6ADF}">
      <dgm:prSet phldrT="[Text]" custT="1"/>
      <dgm:spPr/>
      <dgm:t>
        <a:bodyPr/>
        <a:lstStyle/>
        <a:p>
          <a:r>
            <a:rPr lang="en-IN" sz="2000" b="1" dirty="0" smtClean="0"/>
            <a:t>Problem</a:t>
          </a:r>
          <a:r>
            <a:rPr lang="en-IN" sz="2000" b="0" dirty="0" smtClean="0"/>
            <a:t>: Low ROI from untargeted campaigns</a:t>
          </a:r>
          <a:endParaRPr lang="en-IN" sz="2000" b="0" dirty="0"/>
        </a:p>
      </dgm:t>
    </dgm:pt>
    <dgm:pt modelId="{882FFD8D-8F3C-4285-8D18-1B7727471F48}" type="parTrans" cxnId="{3E46AC79-CE8B-47A8-8DF1-B5056170F424}">
      <dgm:prSet/>
      <dgm:spPr/>
      <dgm:t>
        <a:bodyPr/>
        <a:lstStyle/>
        <a:p>
          <a:endParaRPr lang="en-IN"/>
        </a:p>
      </dgm:t>
    </dgm:pt>
    <dgm:pt modelId="{9F3B1908-9AF8-4393-AFC8-EE1F9B2EE6CB}" type="sibTrans" cxnId="{3E46AC79-CE8B-47A8-8DF1-B5056170F424}">
      <dgm:prSet/>
      <dgm:spPr/>
      <dgm:t>
        <a:bodyPr/>
        <a:lstStyle/>
        <a:p>
          <a:endParaRPr lang="en-IN"/>
        </a:p>
      </dgm:t>
    </dgm:pt>
    <dgm:pt modelId="{08A02277-2CC8-4481-8976-88ADEB15F246}">
      <dgm:prSet phldrT="[Text]" custT="1"/>
      <dgm:spPr/>
      <dgm:t>
        <a:bodyPr/>
        <a:lstStyle/>
        <a:p>
          <a:r>
            <a:rPr lang="en-US" sz="2000" b="1" dirty="0" smtClean="0"/>
            <a:t>Solution</a:t>
          </a:r>
          <a:r>
            <a:rPr lang="en-US" sz="2000" dirty="0" smtClean="0"/>
            <a:t>: Focused on high-income segments customers (&gt;80k)</a:t>
          </a:r>
          <a:endParaRPr lang="en-IN" sz="2000" dirty="0"/>
        </a:p>
      </dgm:t>
    </dgm:pt>
    <dgm:pt modelId="{9B285943-533A-4FCF-ADB1-9B158BD774CD}" type="parTrans" cxnId="{C192A1CA-BA5F-4F0B-8926-B1D9CA51DC9E}">
      <dgm:prSet/>
      <dgm:spPr/>
      <dgm:t>
        <a:bodyPr/>
        <a:lstStyle/>
        <a:p>
          <a:endParaRPr lang="en-IN"/>
        </a:p>
      </dgm:t>
    </dgm:pt>
    <dgm:pt modelId="{E6DE2AD8-CA06-4626-A240-A6C9AB7C9AA6}" type="sibTrans" cxnId="{C192A1CA-BA5F-4F0B-8926-B1D9CA51DC9E}">
      <dgm:prSet/>
      <dgm:spPr/>
      <dgm:t>
        <a:bodyPr/>
        <a:lstStyle/>
        <a:p>
          <a:endParaRPr lang="en-IN"/>
        </a:p>
      </dgm:t>
    </dgm:pt>
    <dgm:pt modelId="{C718C28B-2639-4F31-B48F-7BBCC8AC0FE4}">
      <dgm:prSet phldrT="[Text]" custT="1"/>
      <dgm:spPr/>
      <dgm:t>
        <a:bodyPr/>
        <a:lstStyle/>
        <a:p>
          <a:r>
            <a:rPr lang="en-US" sz="2000" b="1" dirty="0" smtClean="0"/>
            <a:t>Impact</a:t>
          </a:r>
          <a:r>
            <a:rPr lang="en-US" sz="2000" dirty="0" smtClean="0"/>
            <a:t>: Achieved 39.9% response rate vs 12.2% in low-income segment</a:t>
          </a:r>
          <a:endParaRPr lang="en-IN" sz="2000" dirty="0"/>
        </a:p>
      </dgm:t>
    </dgm:pt>
    <dgm:pt modelId="{12B82B0A-ED7D-4620-97D4-5B15DCB7684F}" type="parTrans" cxnId="{91701B78-577C-4A3D-B3E2-DF11F59998E8}">
      <dgm:prSet/>
      <dgm:spPr/>
      <dgm:t>
        <a:bodyPr/>
        <a:lstStyle/>
        <a:p>
          <a:endParaRPr lang="en-IN"/>
        </a:p>
      </dgm:t>
    </dgm:pt>
    <dgm:pt modelId="{0EFF3DA2-FE6D-4866-A4B7-E822B12234AA}" type="sibTrans" cxnId="{91701B78-577C-4A3D-B3E2-DF11F59998E8}">
      <dgm:prSet/>
      <dgm:spPr/>
      <dgm:t>
        <a:bodyPr/>
        <a:lstStyle/>
        <a:p>
          <a:endParaRPr lang="en-IN"/>
        </a:p>
      </dgm:t>
    </dgm:pt>
    <dgm:pt modelId="{609A8554-064C-4B48-B720-89D3A640A5B4}" type="pres">
      <dgm:prSet presAssocID="{BFF4CC90-29D7-4DC7-B63F-34D6D93975E3}" presName="Name0" presStyleCnt="0">
        <dgm:presLayoutVars>
          <dgm:dir/>
          <dgm:resizeHandles val="exact"/>
        </dgm:presLayoutVars>
      </dgm:prSet>
      <dgm:spPr/>
    </dgm:pt>
    <dgm:pt modelId="{4B7F2E98-C2BB-4B7C-B8FA-94CB77997027}" type="pres">
      <dgm:prSet presAssocID="{53688313-C547-493A-9958-AEED0AFF6ADF}" presName="node" presStyleLbl="node1" presStyleIdx="0" presStyleCnt="3" custLinFactNeighborX="2326" custLinFactNeighborY="-74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0737B4C-7170-4D9D-96EF-FBC3D934D0B1}" type="pres">
      <dgm:prSet presAssocID="{9F3B1908-9AF8-4393-AFC8-EE1F9B2EE6CB}" presName="sibTrans" presStyleLbl="sibTrans2D1" presStyleIdx="0" presStyleCnt="2"/>
      <dgm:spPr/>
      <dgm:t>
        <a:bodyPr/>
        <a:lstStyle/>
        <a:p>
          <a:endParaRPr lang="en-IN"/>
        </a:p>
      </dgm:t>
    </dgm:pt>
    <dgm:pt modelId="{F3ED7283-CB41-46B2-B4F2-80569E13E36B}" type="pres">
      <dgm:prSet presAssocID="{9F3B1908-9AF8-4393-AFC8-EE1F9B2EE6CB}" presName="connectorText" presStyleLbl="sibTrans2D1" presStyleIdx="0" presStyleCnt="2"/>
      <dgm:spPr/>
      <dgm:t>
        <a:bodyPr/>
        <a:lstStyle/>
        <a:p>
          <a:endParaRPr lang="en-IN"/>
        </a:p>
      </dgm:t>
    </dgm:pt>
    <dgm:pt modelId="{B260E519-87B9-4754-9C1D-2AB0A19D08FD}" type="pres">
      <dgm:prSet presAssocID="{08A02277-2CC8-4481-8976-88ADEB15F24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B7D927B-4A8A-4811-AC89-D4696B7B3DEF}" type="pres">
      <dgm:prSet presAssocID="{E6DE2AD8-CA06-4626-A240-A6C9AB7C9AA6}" presName="sibTrans" presStyleLbl="sibTrans2D1" presStyleIdx="1" presStyleCnt="2"/>
      <dgm:spPr/>
      <dgm:t>
        <a:bodyPr/>
        <a:lstStyle/>
        <a:p>
          <a:endParaRPr lang="en-IN"/>
        </a:p>
      </dgm:t>
    </dgm:pt>
    <dgm:pt modelId="{C9B8ED70-7F59-439C-8B38-A4D9F3A8D38F}" type="pres">
      <dgm:prSet presAssocID="{E6DE2AD8-CA06-4626-A240-A6C9AB7C9AA6}" presName="connectorText" presStyleLbl="sibTrans2D1" presStyleIdx="1" presStyleCnt="2"/>
      <dgm:spPr/>
      <dgm:t>
        <a:bodyPr/>
        <a:lstStyle/>
        <a:p>
          <a:endParaRPr lang="en-IN"/>
        </a:p>
      </dgm:t>
    </dgm:pt>
    <dgm:pt modelId="{850A722F-FBBE-4CD1-B670-2EF4BF678347}" type="pres">
      <dgm:prSet presAssocID="{C718C28B-2639-4F31-B48F-7BBCC8AC0FE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1701B78-577C-4A3D-B3E2-DF11F59998E8}" srcId="{BFF4CC90-29D7-4DC7-B63F-34D6D93975E3}" destId="{C718C28B-2639-4F31-B48F-7BBCC8AC0FE4}" srcOrd="2" destOrd="0" parTransId="{12B82B0A-ED7D-4620-97D4-5B15DCB7684F}" sibTransId="{0EFF3DA2-FE6D-4866-A4B7-E822B12234AA}"/>
    <dgm:cxn modelId="{C192A1CA-BA5F-4F0B-8926-B1D9CA51DC9E}" srcId="{BFF4CC90-29D7-4DC7-B63F-34D6D93975E3}" destId="{08A02277-2CC8-4481-8976-88ADEB15F246}" srcOrd="1" destOrd="0" parTransId="{9B285943-533A-4FCF-ADB1-9B158BD774CD}" sibTransId="{E6DE2AD8-CA06-4626-A240-A6C9AB7C9AA6}"/>
    <dgm:cxn modelId="{E69677FF-6F03-4771-B276-141A22F4D270}" type="presOf" srcId="{9F3B1908-9AF8-4393-AFC8-EE1F9B2EE6CB}" destId="{00737B4C-7170-4D9D-96EF-FBC3D934D0B1}" srcOrd="0" destOrd="0" presId="urn:microsoft.com/office/officeart/2005/8/layout/process1"/>
    <dgm:cxn modelId="{FF4E6823-6FFF-4D99-9751-781A55ABA7D2}" type="presOf" srcId="{08A02277-2CC8-4481-8976-88ADEB15F246}" destId="{B260E519-87B9-4754-9C1D-2AB0A19D08FD}" srcOrd="0" destOrd="0" presId="urn:microsoft.com/office/officeart/2005/8/layout/process1"/>
    <dgm:cxn modelId="{314B7C44-7762-4FE4-BE6E-EC7BFAB8A800}" type="presOf" srcId="{C718C28B-2639-4F31-B48F-7BBCC8AC0FE4}" destId="{850A722F-FBBE-4CD1-B670-2EF4BF678347}" srcOrd="0" destOrd="0" presId="urn:microsoft.com/office/officeart/2005/8/layout/process1"/>
    <dgm:cxn modelId="{4C4B627B-AB97-4B76-BFF5-5A61706821D9}" type="presOf" srcId="{53688313-C547-493A-9958-AEED0AFF6ADF}" destId="{4B7F2E98-C2BB-4B7C-B8FA-94CB77997027}" srcOrd="0" destOrd="0" presId="urn:microsoft.com/office/officeart/2005/8/layout/process1"/>
    <dgm:cxn modelId="{DEC964D3-F84D-4D94-BC25-78086B5A112C}" type="presOf" srcId="{E6DE2AD8-CA06-4626-A240-A6C9AB7C9AA6}" destId="{C9B8ED70-7F59-439C-8B38-A4D9F3A8D38F}" srcOrd="1" destOrd="0" presId="urn:microsoft.com/office/officeart/2005/8/layout/process1"/>
    <dgm:cxn modelId="{3D7ACC7E-5F99-4655-97E1-6322105E4FFF}" type="presOf" srcId="{BFF4CC90-29D7-4DC7-B63F-34D6D93975E3}" destId="{609A8554-064C-4B48-B720-89D3A640A5B4}" srcOrd="0" destOrd="0" presId="urn:microsoft.com/office/officeart/2005/8/layout/process1"/>
    <dgm:cxn modelId="{3E46AC79-CE8B-47A8-8DF1-B5056170F424}" srcId="{BFF4CC90-29D7-4DC7-B63F-34D6D93975E3}" destId="{53688313-C547-493A-9958-AEED0AFF6ADF}" srcOrd="0" destOrd="0" parTransId="{882FFD8D-8F3C-4285-8D18-1B7727471F48}" sibTransId="{9F3B1908-9AF8-4393-AFC8-EE1F9B2EE6CB}"/>
    <dgm:cxn modelId="{405BD73F-2A4E-4328-9648-E58CECBB8EFE}" type="presOf" srcId="{9F3B1908-9AF8-4393-AFC8-EE1F9B2EE6CB}" destId="{F3ED7283-CB41-46B2-B4F2-80569E13E36B}" srcOrd="1" destOrd="0" presId="urn:microsoft.com/office/officeart/2005/8/layout/process1"/>
    <dgm:cxn modelId="{71DBBEE7-5C32-4253-B316-2FEE7A11D05C}" type="presOf" srcId="{E6DE2AD8-CA06-4626-A240-A6C9AB7C9AA6}" destId="{CB7D927B-4A8A-4811-AC89-D4696B7B3DEF}" srcOrd="0" destOrd="0" presId="urn:microsoft.com/office/officeart/2005/8/layout/process1"/>
    <dgm:cxn modelId="{A9F7830E-03C9-4459-A5D9-894EFF6C2C71}" type="presParOf" srcId="{609A8554-064C-4B48-B720-89D3A640A5B4}" destId="{4B7F2E98-C2BB-4B7C-B8FA-94CB77997027}" srcOrd="0" destOrd="0" presId="urn:microsoft.com/office/officeart/2005/8/layout/process1"/>
    <dgm:cxn modelId="{C6E0748A-4E66-43EE-BF6E-350D107475C5}" type="presParOf" srcId="{609A8554-064C-4B48-B720-89D3A640A5B4}" destId="{00737B4C-7170-4D9D-96EF-FBC3D934D0B1}" srcOrd="1" destOrd="0" presId="urn:microsoft.com/office/officeart/2005/8/layout/process1"/>
    <dgm:cxn modelId="{6D66148C-581E-46BA-818C-0B947687A5AC}" type="presParOf" srcId="{00737B4C-7170-4D9D-96EF-FBC3D934D0B1}" destId="{F3ED7283-CB41-46B2-B4F2-80569E13E36B}" srcOrd="0" destOrd="0" presId="urn:microsoft.com/office/officeart/2005/8/layout/process1"/>
    <dgm:cxn modelId="{446E861D-FD68-498A-BF36-BFD628A89E05}" type="presParOf" srcId="{609A8554-064C-4B48-B720-89D3A640A5B4}" destId="{B260E519-87B9-4754-9C1D-2AB0A19D08FD}" srcOrd="2" destOrd="0" presId="urn:microsoft.com/office/officeart/2005/8/layout/process1"/>
    <dgm:cxn modelId="{232D2761-DDF8-458B-A93F-8CA2790B2475}" type="presParOf" srcId="{609A8554-064C-4B48-B720-89D3A640A5B4}" destId="{CB7D927B-4A8A-4811-AC89-D4696B7B3DEF}" srcOrd="3" destOrd="0" presId="urn:microsoft.com/office/officeart/2005/8/layout/process1"/>
    <dgm:cxn modelId="{BB493015-3121-47D4-91E4-8195536CFE07}" type="presParOf" srcId="{CB7D927B-4A8A-4811-AC89-D4696B7B3DEF}" destId="{C9B8ED70-7F59-439C-8B38-A4D9F3A8D38F}" srcOrd="0" destOrd="0" presId="urn:microsoft.com/office/officeart/2005/8/layout/process1"/>
    <dgm:cxn modelId="{23EE8D41-2007-4A62-9156-D15CBA005164}" type="presParOf" srcId="{609A8554-064C-4B48-B720-89D3A640A5B4}" destId="{850A722F-FBBE-4CD1-B670-2EF4BF67834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FF4CC90-29D7-4DC7-B63F-34D6D93975E3}" type="doc">
      <dgm:prSet loTypeId="urn:microsoft.com/office/officeart/2005/8/layout/process1" loCatId="process" qsTypeId="urn:microsoft.com/office/officeart/2005/8/quickstyle/3d2" qsCatId="3D" csTypeId="urn:microsoft.com/office/officeart/2005/8/colors/accent4_1" csCatId="accent4" phldr="1"/>
      <dgm:spPr/>
    </dgm:pt>
    <dgm:pt modelId="{53688313-C547-493A-9958-AEED0AFF6ADF}">
      <dgm:prSet phldrT="[Text]" custT="1"/>
      <dgm:spPr/>
      <dgm:t>
        <a:bodyPr/>
        <a:lstStyle/>
        <a:p>
          <a:r>
            <a:rPr lang="en-IN" sz="2000" b="1" dirty="0" smtClean="0"/>
            <a:t>Problem</a:t>
          </a:r>
          <a:r>
            <a:rPr lang="en-IN" sz="2000" b="0" dirty="0" smtClean="0"/>
            <a:t>: Inactive customers are assumed unresponsive</a:t>
          </a:r>
          <a:endParaRPr lang="en-IN" sz="2000" b="0" dirty="0"/>
        </a:p>
      </dgm:t>
    </dgm:pt>
    <dgm:pt modelId="{882FFD8D-8F3C-4285-8D18-1B7727471F48}" type="parTrans" cxnId="{3E46AC79-CE8B-47A8-8DF1-B5056170F424}">
      <dgm:prSet/>
      <dgm:spPr/>
      <dgm:t>
        <a:bodyPr/>
        <a:lstStyle/>
        <a:p>
          <a:endParaRPr lang="en-IN"/>
        </a:p>
      </dgm:t>
    </dgm:pt>
    <dgm:pt modelId="{9F3B1908-9AF8-4393-AFC8-EE1F9B2EE6CB}" type="sibTrans" cxnId="{3E46AC79-CE8B-47A8-8DF1-B5056170F424}">
      <dgm:prSet/>
      <dgm:spPr/>
      <dgm:t>
        <a:bodyPr/>
        <a:lstStyle/>
        <a:p>
          <a:endParaRPr lang="en-IN"/>
        </a:p>
      </dgm:t>
    </dgm:pt>
    <dgm:pt modelId="{08A02277-2CC8-4481-8976-88ADEB15F246}">
      <dgm:prSet phldrT="[Text]" custT="1"/>
      <dgm:spPr/>
      <dgm:t>
        <a:bodyPr/>
        <a:lstStyle/>
        <a:p>
          <a:r>
            <a:rPr lang="en-US" sz="2000" b="1" dirty="0" smtClean="0"/>
            <a:t>Solution</a:t>
          </a:r>
          <a:r>
            <a:rPr lang="en-US" sz="2000" dirty="0" smtClean="0"/>
            <a:t>: Analyzed high </a:t>
          </a:r>
          <a:r>
            <a:rPr lang="en-US" sz="2000" dirty="0" err="1" smtClean="0"/>
            <a:t>recency</a:t>
          </a:r>
          <a:r>
            <a:rPr lang="en-US" sz="2000" dirty="0" smtClean="0"/>
            <a:t> customers (80+) for response behavior </a:t>
          </a:r>
          <a:endParaRPr lang="en-IN" sz="2000" dirty="0"/>
        </a:p>
      </dgm:t>
    </dgm:pt>
    <dgm:pt modelId="{9B285943-533A-4FCF-ADB1-9B158BD774CD}" type="parTrans" cxnId="{C192A1CA-BA5F-4F0B-8926-B1D9CA51DC9E}">
      <dgm:prSet/>
      <dgm:spPr/>
      <dgm:t>
        <a:bodyPr/>
        <a:lstStyle/>
        <a:p>
          <a:endParaRPr lang="en-IN"/>
        </a:p>
      </dgm:t>
    </dgm:pt>
    <dgm:pt modelId="{E6DE2AD8-CA06-4626-A240-A6C9AB7C9AA6}" type="sibTrans" cxnId="{C192A1CA-BA5F-4F0B-8926-B1D9CA51DC9E}">
      <dgm:prSet/>
      <dgm:spPr/>
      <dgm:t>
        <a:bodyPr/>
        <a:lstStyle/>
        <a:p>
          <a:endParaRPr lang="en-IN"/>
        </a:p>
      </dgm:t>
    </dgm:pt>
    <dgm:pt modelId="{C718C28B-2639-4F31-B48F-7BBCC8AC0FE4}">
      <dgm:prSet phldrT="[Text]" custT="1"/>
      <dgm:spPr/>
      <dgm:t>
        <a:bodyPr/>
        <a:lstStyle/>
        <a:p>
          <a:r>
            <a:rPr lang="en-US" sz="2000" b="1" dirty="0" smtClean="0"/>
            <a:t>Impact</a:t>
          </a:r>
          <a:r>
            <a:rPr lang="en-US" sz="2000" dirty="0" smtClean="0"/>
            <a:t>: Identified 26 inactive customers who still responded, enabling win-back opportunities</a:t>
          </a:r>
          <a:endParaRPr lang="en-IN" sz="2000" dirty="0"/>
        </a:p>
      </dgm:t>
    </dgm:pt>
    <dgm:pt modelId="{12B82B0A-ED7D-4620-97D4-5B15DCB7684F}" type="parTrans" cxnId="{91701B78-577C-4A3D-B3E2-DF11F59998E8}">
      <dgm:prSet/>
      <dgm:spPr/>
      <dgm:t>
        <a:bodyPr/>
        <a:lstStyle/>
        <a:p>
          <a:endParaRPr lang="en-IN"/>
        </a:p>
      </dgm:t>
    </dgm:pt>
    <dgm:pt modelId="{0EFF3DA2-FE6D-4866-A4B7-E822B12234AA}" type="sibTrans" cxnId="{91701B78-577C-4A3D-B3E2-DF11F59998E8}">
      <dgm:prSet/>
      <dgm:spPr/>
      <dgm:t>
        <a:bodyPr/>
        <a:lstStyle/>
        <a:p>
          <a:endParaRPr lang="en-IN"/>
        </a:p>
      </dgm:t>
    </dgm:pt>
    <dgm:pt modelId="{609A8554-064C-4B48-B720-89D3A640A5B4}" type="pres">
      <dgm:prSet presAssocID="{BFF4CC90-29D7-4DC7-B63F-34D6D93975E3}" presName="Name0" presStyleCnt="0">
        <dgm:presLayoutVars>
          <dgm:dir/>
          <dgm:resizeHandles val="exact"/>
        </dgm:presLayoutVars>
      </dgm:prSet>
      <dgm:spPr/>
    </dgm:pt>
    <dgm:pt modelId="{4B7F2E98-C2BB-4B7C-B8FA-94CB77997027}" type="pres">
      <dgm:prSet presAssocID="{53688313-C547-493A-9958-AEED0AFF6ADF}" presName="node" presStyleLbl="node1" presStyleIdx="0" presStyleCnt="3" custLinFactNeighborX="2326" custLinFactNeighborY="-74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0737B4C-7170-4D9D-96EF-FBC3D934D0B1}" type="pres">
      <dgm:prSet presAssocID="{9F3B1908-9AF8-4393-AFC8-EE1F9B2EE6CB}" presName="sibTrans" presStyleLbl="sibTrans2D1" presStyleIdx="0" presStyleCnt="2"/>
      <dgm:spPr/>
      <dgm:t>
        <a:bodyPr/>
        <a:lstStyle/>
        <a:p>
          <a:endParaRPr lang="en-IN"/>
        </a:p>
      </dgm:t>
    </dgm:pt>
    <dgm:pt modelId="{F3ED7283-CB41-46B2-B4F2-80569E13E36B}" type="pres">
      <dgm:prSet presAssocID="{9F3B1908-9AF8-4393-AFC8-EE1F9B2EE6CB}" presName="connectorText" presStyleLbl="sibTrans2D1" presStyleIdx="0" presStyleCnt="2"/>
      <dgm:spPr/>
      <dgm:t>
        <a:bodyPr/>
        <a:lstStyle/>
        <a:p>
          <a:endParaRPr lang="en-IN"/>
        </a:p>
      </dgm:t>
    </dgm:pt>
    <dgm:pt modelId="{B260E519-87B9-4754-9C1D-2AB0A19D08FD}" type="pres">
      <dgm:prSet presAssocID="{08A02277-2CC8-4481-8976-88ADEB15F24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B7D927B-4A8A-4811-AC89-D4696B7B3DEF}" type="pres">
      <dgm:prSet presAssocID="{E6DE2AD8-CA06-4626-A240-A6C9AB7C9AA6}" presName="sibTrans" presStyleLbl="sibTrans2D1" presStyleIdx="1" presStyleCnt="2"/>
      <dgm:spPr/>
      <dgm:t>
        <a:bodyPr/>
        <a:lstStyle/>
        <a:p>
          <a:endParaRPr lang="en-IN"/>
        </a:p>
      </dgm:t>
    </dgm:pt>
    <dgm:pt modelId="{C9B8ED70-7F59-439C-8B38-A4D9F3A8D38F}" type="pres">
      <dgm:prSet presAssocID="{E6DE2AD8-CA06-4626-A240-A6C9AB7C9AA6}" presName="connectorText" presStyleLbl="sibTrans2D1" presStyleIdx="1" presStyleCnt="2"/>
      <dgm:spPr/>
      <dgm:t>
        <a:bodyPr/>
        <a:lstStyle/>
        <a:p>
          <a:endParaRPr lang="en-IN"/>
        </a:p>
      </dgm:t>
    </dgm:pt>
    <dgm:pt modelId="{850A722F-FBBE-4CD1-B670-2EF4BF678347}" type="pres">
      <dgm:prSet presAssocID="{C718C28B-2639-4F31-B48F-7BBCC8AC0FE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1701B78-577C-4A3D-B3E2-DF11F59998E8}" srcId="{BFF4CC90-29D7-4DC7-B63F-34D6D93975E3}" destId="{C718C28B-2639-4F31-B48F-7BBCC8AC0FE4}" srcOrd="2" destOrd="0" parTransId="{12B82B0A-ED7D-4620-97D4-5B15DCB7684F}" sibTransId="{0EFF3DA2-FE6D-4866-A4B7-E822B12234AA}"/>
    <dgm:cxn modelId="{9BBDD2BA-4CF4-48AC-ACCB-43700195D85F}" type="presOf" srcId="{C718C28B-2639-4F31-B48F-7BBCC8AC0FE4}" destId="{850A722F-FBBE-4CD1-B670-2EF4BF678347}" srcOrd="0" destOrd="0" presId="urn:microsoft.com/office/officeart/2005/8/layout/process1"/>
    <dgm:cxn modelId="{4A3110A4-62A1-4AB9-9319-12B2613B09CB}" type="presOf" srcId="{BFF4CC90-29D7-4DC7-B63F-34D6D93975E3}" destId="{609A8554-064C-4B48-B720-89D3A640A5B4}" srcOrd="0" destOrd="0" presId="urn:microsoft.com/office/officeart/2005/8/layout/process1"/>
    <dgm:cxn modelId="{C192A1CA-BA5F-4F0B-8926-B1D9CA51DC9E}" srcId="{BFF4CC90-29D7-4DC7-B63F-34D6D93975E3}" destId="{08A02277-2CC8-4481-8976-88ADEB15F246}" srcOrd="1" destOrd="0" parTransId="{9B285943-533A-4FCF-ADB1-9B158BD774CD}" sibTransId="{E6DE2AD8-CA06-4626-A240-A6C9AB7C9AA6}"/>
    <dgm:cxn modelId="{9967B0F2-BD5C-495B-B78B-4B2230270D95}" type="presOf" srcId="{9F3B1908-9AF8-4393-AFC8-EE1F9B2EE6CB}" destId="{F3ED7283-CB41-46B2-B4F2-80569E13E36B}" srcOrd="1" destOrd="0" presId="urn:microsoft.com/office/officeart/2005/8/layout/process1"/>
    <dgm:cxn modelId="{FB107B33-A59F-4CAD-AF16-0626AE73E2A7}" type="presOf" srcId="{9F3B1908-9AF8-4393-AFC8-EE1F9B2EE6CB}" destId="{00737B4C-7170-4D9D-96EF-FBC3D934D0B1}" srcOrd="0" destOrd="0" presId="urn:microsoft.com/office/officeart/2005/8/layout/process1"/>
    <dgm:cxn modelId="{3E46AC79-CE8B-47A8-8DF1-B5056170F424}" srcId="{BFF4CC90-29D7-4DC7-B63F-34D6D93975E3}" destId="{53688313-C547-493A-9958-AEED0AFF6ADF}" srcOrd="0" destOrd="0" parTransId="{882FFD8D-8F3C-4285-8D18-1B7727471F48}" sibTransId="{9F3B1908-9AF8-4393-AFC8-EE1F9B2EE6CB}"/>
    <dgm:cxn modelId="{D42A32E6-D40B-4B5E-AB03-D9D98FE7E424}" type="presOf" srcId="{53688313-C547-493A-9958-AEED0AFF6ADF}" destId="{4B7F2E98-C2BB-4B7C-B8FA-94CB77997027}" srcOrd="0" destOrd="0" presId="urn:microsoft.com/office/officeart/2005/8/layout/process1"/>
    <dgm:cxn modelId="{9FB91374-C54B-4F86-9B98-1388212DD923}" type="presOf" srcId="{08A02277-2CC8-4481-8976-88ADEB15F246}" destId="{B260E519-87B9-4754-9C1D-2AB0A19D08FD}" srcOrd="0" destOrd="0" presId="urn:microsoft.com/office/officeart/2005/8/layout/process1"/>
    <dgm:cxn modelId="{CB18824B-E9FA-40F6-8185-33785FD31845}" type="presOf" srcId="{E6DE2AD8-CA06-4626-A240-A6C9AB7C9AA6}" destId="{C9B8ED70-7F59-439C-8B38-A4D9F3A8D38F}" srcOrd="1" destOrd="0" presId="urn:microsoft.com/office/officeart/2005/8/layout/process1"/>
    <dgm:cxn modelId="{788F99B5-AE2C-49A8-B3C1-2312655734F6}" type="presOf" srcId="{E6DE2AD8-CA06-4626-A240-A6C9AB7C9AA6}" destId="{CB7D927B-4A8A-4811-AC89-D4696B7B3DEF}" srcOrd="0" destOrd="0" presId="urn:microsoft.com/office/officeart/2005/8/layout/process1"/>
    <dgm:cxn modelId="{B145A01A-5311-41FD-B706-A5986EF1434B}" type="presParOf" srcId="{609A8554-064C-4B48-B720-89D3A640A5B4}" destId="{4B7F2E98-C2BB-4B7C-B8FA-94CB77997027}" srcOrd="0" destOrd="0" presId="urn:microsoft.com/office/officeart/2005/8/layout/process1"/>
    <dgm:cxn modelId="{463303F3-3A31-4F38-921C-CC798754F17F}" type="presParOf" srcId="{609A8554-064C-4B48-B720-89D3A640A5B4}" destId="{00737B4C-7170-4D9D-96EF-FBC3D934D0B1}" srcOrd="1" destOrd="0" presId="urn:microsoft.com/office/officeart/2005/8/layout/process1"/>
    <dgm:cxn modelId="{0B8C27D8-21B2-4EBF-84DF-744F4AE873AC}" type="presParOf" srcId="{00737B4C-7170-4D9D-96EF-FBC3D934D0B1}" destId="{F3ED7283-CB41-46B2-B4F2-80569E13E36B}" srcOrd="0" destOrd="0" presId="urn:microsoft.com/office/officeart/2005/8/layout/process1"/>
    <dgm:cxn modelId="{D7DC78A0-24A3-48BC-8157-305C3072D925}" type="presParOf" srcId="{609A8554-064C-4B48-B720-89D3A640A5B4}" destId="{B260E519-87B9-4754-9C1D-2AB0A19D08FD}" srcOrd="2" destOrd="0" presId="urn:microsoft.com/office/officeart/2005/8/layout/process1"/>
    <dgm:cxn modelId="{B6C19E29-54E2-41B7-9817-96DA4F7D0BA0}" type="presParOf" srcId="{609A8554-064C-4B48-B720-89D3A640A5B4}" destId="{CB7D927B-4A8A-4811-AC89-D4696B7B3DEF}" srcOrd="3" destOrd="0" presId="urn:microsoft.com/office/officeart/2005/8/layout/process1"/>
    <dgm:cxn modelId="{76E767E1-4A51-4E3A-8F76-BCE77CC04B02}" type="presParOf" srcId="{CB7D927B-4A8A-4811-AC89-D4696B7B3DEF}" destId="{C9B8ED70-7F59-439C-8B38-A4D9F3A8D38F}" srcOrd="0" destOrd="0" presId="urn:microsoft.com/office/officeart/2005/8/layout/process1"/>
    <dgm:cxn modelId="{08342083-64C9-4FE0-BA5E-74578453CBF3}" type="presParOf" srcId="{609A8554-064C-4B48-B720-89D3A640A5B4}" destId="{850A722F-FBBE-4CD1-B670-2EF4BF67834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89BC3-1AFC-402E-9D86-0225DC912FAA}">
      <dsp:nvSpPr>
        <dsp:cNvPr id="0" name=""/>
        <dsp:cNvSpPr/>
      </dsp:nvSpPr>
      <dsp:spPr>
        <a:xfrm rot="10800000">
          <a:off x="2216779" y="458"/>
          <a:ext cx="7901077" cy="9066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9800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High </a:t>
          </a:r>
          <a:r>
            <a:rPr lang="en-US" sz="2000" kern="1200" dirty="0" smtClean="0">
              <a:solidFill>
                <a:schemeClr val="tx1"/>
              </a:solidFill>
            </a:rPr>
            <a:t>Income</a:t>
          </a:r>
          <a:r>
            <a:rPr lang="en-US" sz="2000" kern="1200" dirty="0" smtClean="0"/>
            <a:t> customers spend the highest and showed better response</a:t>
          </a:r>
          <a:r>
            <a:rPr lang="en-US" sz="1800" kern="1200" dirty="0" smtClean="0"/>
            <a:t>.</a:t>
          </a:r>
          <a:endParaRPr lang="en-IN" sz="1800" kern="1200" dirty="0"/>
        </a:p>
      </dsp:txBody>
      <dsp:txXfrm rot="10800000">
        <a:off x="2443437" y="458"/>
        <a:ext cx="7674419" cy="906632"/>
      </dsp:txXfrm>
    </dsp:sp>
    <dsp:sp modelId="{B867BB6C-FEEB-4BB9-AD78-6CD1D7B411C2}">
      <dsp:nvSpPr>
        <dsp:cNvPr id="0" name=""/>
        <dsp:cNvSpPr/>
      </dsp:nvSpPr>
      <dsp:spPr>
        <a:xfrm>
          <a:off x="1769537" y="0"/>
          <a:ext cx="906632" cy="90663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600D35B-70D3-464C-A98A-4F0B36CFEA9B}">
      <dsp:nvSpPr>
        <dsp:cNvPr id="0" name=""/>
        <dsp:cNvSpPr/>
      </dsp:nvSpPr>
      <dsp:spPr>
        <a:xfrm rot="10800000">
          <a:off x="2221203" y="1178062"/>
          <a:ext cx="7901077" cy="906632"/>
        </a:xfrm>
        <a:prstGeom prst="homePlate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9800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Customers without children spent more (₹1106 vs ₹406)  and have a higher acceptance rate of 26.48%.</a:t>
          </a:r>
          <a:endParaRPr lang="en-IN" sz="1800" kern="1200" dirty="0"/>
        </a:p>
      </dsp:txBody>
      <dsp:txXfrm rot="10800000">
        <a:off x="2447861" y="1178062"/>
        <a:ext cx="7674419" cy="906632"/>
      </dsp:txXfrm>
    </dsp:sp>
    <dsp:sp modelId="{7A322C2C-CC41-4A38-9109-5AE3CF17D82C}">
      <dsp:nvSpPr>
        <dsp:cNvPr id="0" name=""/>
        <dsp:cNvSpPr/>
      </dsp:nvSpPr>
      <dsp:spPr>
        <a:xfrm>
          <a:off x="1763463" y="1177727"/>
          <a:ext cx="906632" cy="906632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F32563FE-2E3B-44A9-8A95-C63E23BFCEE9}">
      <dsp:nvSpPr>
        <dsp:cNvPr id="0" name=""/>
        <dsp:cNvSpPr/>
      </dsp:nvSpPr>
      <dsp:spPr>
        <a:xfrm rot="10800000">
          <a:off x="2216779" y="2354995"/>
          <a:ext cx="7901077" cy="906632"/>
        </a:xfrm>
        <a:prstGeom prst="homePlat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9800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Customers purchases the highest from Store followed by Web. </a:t>
          </a:r>
        </a:p>
      </dsp:txBody>
      <dsp:txXfrm rot="10800000">
        <a:off x="2443437" y="2354995"/>
        <a:ext cx="7674419" cy="906632"/>
      </dsp:txXfrm>
    </dsp:sp>
    <dsp:sp modelId="{410968A3-859A-4752-9532-B9EE7693D1B5}">
      <dsp:nvSpPr>
        <dsp:cNvPr id="0" name=""/>
        <dsp:cNvSpPr/>
      </dsp:nvSpPr>
      <dsp:spPr>
        <a:xfrm>
          <a:off x="1769537" y="2360172"/>
          <a:ext cx="906632" cy="90663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7B24F49C-4229-45A6-A9B7-767C73B1E9AF}">
      <dsp:nvSpPr>
        <dsp:cNvPr id="0" name=""/>
        <dsp:cNvSpPr/>
      </dsp:nvSpPr>
      <dsp:spPr>
        <a:xfrm rot="10800000">
          <a:off x="2216779" y="3532264"/>
          <a:ext cx="7901077" cy="906632"/>
        </a:xfrm>
        <a:prstGeom prst="homePlate">
          <a:avLst/>
        </a:prstGeom>
        <a:solidFill>
          <a:schemeClr val="bg2">
            <a:lumMod val="50000"/>
            <a:lumOff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9800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Wines generates the largest share of customer spending followed by Meat.</a:t>
          </a:r>
        </a:p>
      </dsp:txBody>
      <dsp:txXfrm rot="10800000">
        <a:off x="2443437" y="3532264"/>
        <a:ext cx="7674419" cy="906632"/>
      </dsp:txXfrm>
    </dsp:sp>
    <dsp:sp modelId="{B3A91070-7A6F-40FE-807B-FBB9EA5EEB3F}">
      <dsp:nvSpPr>
        <dsp:cNvPr id="0" name=""/>
        <dsp:cNvSpPr/>
      </dsp:nvSpPr>
      <dsp:spPr>
        <a:xfrm>
          <a:off x="1763463" y="3532264"/>
          <a:ext cx="906632" cy="906632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F266E7ED-F74F-4FB1-B0AE-4BB371A867B1}">
      <dsp:nvSpPr>
        <dsp:cNvPr id="0" name=""/>
        <dsp:cNvSpPr/>
      </dsp:nvSpPr>
      <dsp:spPr>
        <a:xfrm rot="10800000">
          <a:off x="2216779" y="4709533"/>
          <a:ext cx="7901077" cy="906632"/>
        </a:xfrm>
        <a:prstGeom prst="homePlate">
          <a:avLst/>
        </a:prstGeom>
        <a:solidFill>
          <a:schemeClr val="accent2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9800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PhD customers showed the highest response rate of 20.7%, while Widow customers showed the highest response rate of 24.7%. </a:t>
          </a:r>
        </a:p>
      </dsp:txBody>
      <dsp:txXfrm rot="10800000">
        <a:off x="2443437" y="4709533"/>
        <a:ext cx="7674419" cy="906632"/>
      </dsp:txXfrm>
    </dsp:sp>
    <dsp:sp modelId="{34733D2E-4837-4D12-8897-039C33B12194}">
      <dsp:nvSpPr>
        <dsp:cNvPr id="0" name=""/>
        <dsp:cNvSpPr/>
      </dsp:nvSpPr>
      <dsp:spPr>
        <a:xfrm>
          <a:off x="1763463" y="4709533"/>
          <a:ext cx="906632" cy="90663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F2E98-C2BB-4B7C-B8FA-94CB77997027}">
      <dsp:nvSpPr>
        <dsp:cNvPr id="0" name=""/>
        <dsp:cNvSpPr/>
      </dsp:nvSpPr>
      <dsp:spPr>
        <a:xfrm>
          <a:off x="33739" y="0"/>
          <a:ext cx="2667179" cy="1368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smtClean="0"/>
            <a:t>Problem</a:t>
          </a:r>
          <a:r>
            <a:rPr lang="en-IN" sz="2000" b="0" kern="1200" dirty="0" smtClean="0"/>
            <a:t>: </a:t>
          </a:r>
          <a:r>
            <a:rPr lang="en-US" sz="2000" b="0" kern="1200" dirty="0" smtClean="0"/>
            <a:t>Low buyer identification due to poor recall (6.25%)</a:t>
          </a:r>
          <a:endParaRPr lang="en-IN" sz="2000" b="0" kern="1200" dirty="0"/>
        </a:p>
      </dsp:txBody>
      <dsp:txXfrm>
        <a:off x="73811" y="40072"/>
        <a:ext cx="2587035" cy="1288008"/>
      </dsp:txXfrm>
    </dsp:sp>
    <dsp:sp modelId="{00737B4C-7170-4D9D-96EF-FBC3D934D0B1}">
      <dsp:nvSpPr>
        <dsp:cNvPr id="0" name=""/>
        <dsp:cNvSpPr/>
      </dsp:nvSpPr>
      <dsp:spPr>
        <a:xfrm>
          <a:off x="2961432" y="353345"/>
          <a:ext cx="552289" cy="6614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800" kern="1200"/>
        </a:p>
      </dsp:txBody>
      <dsp:txXfrm>
        <a:off x="2961432" y="485637"/>
        <a:ext cx="386602" cy="396876"/>
      </dsp:txXfrm>
    </dsp:sp>
    <dsp:sp modelId="{B260E519-87B9-4754-9C1D-2AB0A19D08FD}">
      <dsp:nvSpPr>
        <dsp:cNvPr id="0" name=""/>
        <dsp:cNvSpPr/>
      </dsp:nvSpPr>
      <dsp:spPr>
        <a:xfrm>
          <a:off x="3742974" y="0"/>
          <a:ext cx="2667179" cy="1368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Solution</a:t>
          </a:r>
          <a:r>
            <a:rPr lang="en-US" sz="2000" kern="1200" dirty="0" smtClean="0"/>
            <a:t>: Applied Balanced Logistic Regression model</a:t>
          </a:r>
          <a:endParaRPr lang="en-IN" sz="2000" kern="1200" dirty="0"/>
        </a:p>
      </dsp:txBody>
      <dsp:txXfrm>
        <a:off x="3783046" y="40072"/>
        <a:ext cx="2587035" cy="1288008"/>
      </dsp:txXfrm>
    </dsp:sp>
    <dsp:sp modelId="{CB7D927B-4A8A-4811-AC89-D4696B7B3DEF}">
      <dsp:nvSpPr>
        <dsp:cNvPr id="0" name=""/>
        <dsp:cNvSpPr/>
      </dsp:nvSpPr>
      <dsp:spPr>
        <a:xfrm>
          <a:off x="6676871" y="353345"/>
          <a:ext cx="565441" cy="6614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800" kern="1200"/>
        </a:p>
      </dsp:txBody>
      <dsp:txXfrm>
        <a:off x="6676871" y="485637"/>
        <a:ext cx="395809" cy="396876"/>
      </dsp:txXfrm>
    </dsp:sp>
    <dsp:sp modelId="{850A722F-FBBE-4CD1-B670-2EF4BF678347}">
      <dsp:nvSpPr>
        <dsp:cNvPr id="0" name=""/>
        <dsp:cNvSpPr/>
      </dsp:nvSpPr>
      <dsp:spPr>
        <a:xfrm>
          <a:off x="7477025" y="0"/>
          <a:ext cx="2667179" cy="1368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Impact</a:t>
          </a:r>
          <a:r>
            <a:rPr lang="en-US" sz="2000" kern="1200" dirty="0" smtClean="0"/>
            <a:t>: Recall improved to 65.62%, increasing buyers from 4 to 42</a:t>
          </a:r>
          <a:endParaRPr lang="en-IN" sz="2000" kern="1200" dirty="0"/>
        </a:p>
      </dsp:txBody>
      <dsp:txXfrm>
        <a:off x="7517097" y="40072"/>
        <a:ext cx="2587035" cy="128800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F2E98-C2BB-4B7C-B8FA-94CB77997027}">
      <dsp:nvSpPr>
        <dsp:cNvPr id="0" name=""/>
        <dsp:cNvSpPr/>
      </dsp:nvSpPr>
      <dsp:spPr>
        <a:xfrm>
          <a:off x="33739" y="0"/>
          <a:ext cx="2667179" cy="1368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smtClean="0"/>
            <a:t>Problem</a:t>
          </a:r>
          <a:r>
            <a:rPr lang="en-IN" sz="2000" b="0" kern="1200" dirty="0" smtClean="0"/>
            <a:t>: Low ROI from untargeted campaigns</a:t>
          </a:r>
          <a:endParaRPr lang="en-IN" sz="2000" b="0" kern="1200" dirty="0"/>
        </a:p>
      </dsp:txBody>
      <dsp:txXfrm>
        <a:off x="73811" y="40072"/>
        <a:ext cx="2587035" cy="1288008"/>
      </dsp:txXfrm>
    </dsp:sp>
    <dsp:sp modelId="{00737B4C-7170-4D9D-96EF-FBC3D934D0B1}">
      <dsp:nvSpPr>
        <dsp:cNvPr id="0" name=""/>
        <dsp:cNvSpPr/>
      </dsp:nvSpPr>
      <dsp:spPr>
        <a:xfrm>
          <a:off x="2961432" y="353345"/>
          <a:ext cx="552289" cy="6614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800" kern="1200"/>
        </a:p>
      </dsp:txBody>
      <dsp:txXfrm>
        <a:off x="2961432" y="485637"/>
        <a:ext cx="386602" cy="396876"/>
      </dsp:txXfrm>
    </dsp:sp>
    <dsp:sp modelId="{B260E519-87B9-4754-9C1D-2AB0A19D08FD}">
      <dsp:nvSpPr>
        <dsp:cNvPr id="0" name=""/>
        <dsp:cNvSpPr/>
      </dsp:nvSpPr>
      <dsp:spPr>
        <a:xfrm>
          <a:off x="3742974" y="0"/>
          <a:ext cx="2667179" cy="1368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Solution</a:t>
          </a:r>
          <a:r>
            <a:rPr lang="en-US" sz="2000" kern="1200" dirty="0" smtClean="0"/>
            <a:t>: Focused on high-income segments customers (&gt;80k)</a:t>
          </a:r>
          <a:endParaRPr lang="en-IN" sz="2000" kern="1200" dirty="0"/>
        </a:p>
      </dsp:txBody>
      <dsp:txXfrm>
        <a:off x="3783046" y="40072"/>
        <a:ext cx="2587035" cy="1288008"/>
      </dsp:txXfrm>
    </dsp:sp>
    <dsp:sp modelId="{CB7D927B-4A8A-4811-AC89-D4696B7B3DEF}">
      <dsp:nvSpPr>
        <dsp:cNvPr id="0" name=""/>
        <dsp:cNvSpPr/>
      </dsp:nvSpPr>
      <dsp:spPr>
        <a:xfrm>
          <a:off x="6676871" y="353345"/>
          <a:ext cx="565441" cy="6614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800" kern="1200"/>
        </a:p>
      </dsp:txBody>
      <dsp:txXfrm>
        <a:off x="6676871" y="485637"/>
        <a:ext cx="395809" cy="396876"/>
      </dsp:txXfrm>
    </dsp:sp>
    <dsp:sp modelId="{850A722F-FBBE-4CD1-B670-2EF4BF678347}">
      <dsp:nvSpPr>
        <dsp:cNvPr id="0" name=""/>
        <dsp:cNvSpPr/>
      </dsp:nvSpPr>
      <dsp:spPr>
        <a:xfrm>
          <a:off x="7477025" y="0"/>
          <a:ext cx="2667179" cy="1368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Impact</a:t>
          </a:r>
          <a:r>
            <a:rPr lang="en-US" sz="2000" kern="1200" dirty="0" smtClean="0"/>
            <a:t>: Achieved 39.9% response rate vs 12.2% in low-income segment</a:t>
          </a:r>
          <a:endParaRPr lang="en-IN" sz="2000" kern="1200" dirty="0"/>
        </a:p>
      </dsp:txBody>
      <dsp:txXfrm>
        <a:off x="7517097" y="40072"/>
        <a:ext cx="2587035" cy="128800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F2E98-C2BB-4B7C-B8FA-94CB77997027}">
      <dsp:nvSpPr>
        <dsp:cNvPr id="0" name=""/>
        <dsp:cNvSpPr/>
      </dsp:nvSpPr>
      <dsp:spPr>
        <a:xfrm>
          <a:off x="38663" y="0"/>
          <a:ext cx="2664574" cy="1368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smtClean="0"/>
            <a:t>Problem</a:t>
          </a:r>
          <a:r>
            <a:rPr lang="en-IN" sz="2000" b="0" kern="1200" dirty="0" smtClean="0"/>
            <a:t>: Inactive customers are assumed unresponsive</a:t>
          </a:r>
          <a:endParaRPr lang="en-IN" sz="2000" b="0" kern="1200" dirty="0"/>
        </a:p>
      </dsp:txBody>
      <dsp:txXfrm>
        <a:off x="78735" y="40072"/>
        <a:ext cx="2584430" cy="1288008"/>
      </dsp:txXfrm>
    </dsp:sp>
    <dsp:sp modelId="{00737B4C-7170-4D9D-96EF-FBC3D934D0B1}">
      <dsp:nvSpPr>
        <dsp:cNvPr id="0" name=""/>
        <dsp:cNvSpPr/>
      </dsp:nvSpPr>
      <dsp:spPr>
        <a:xfrm>
          <a:off x="2963497" y="353668"/>
          <a:ext cx="551750" cy="6608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800" kern="1200"/>
        </a:p>
      </dsp:txBody>
      <dsp:txXfrm>
        <a:off x="2963497" y="485831"/>
        <a:ext cx="386225" cy="396488"/>
      </dsp:txXfrm>
    </dsp:sp>
    <dsp:sp modelId="{B260E519-87B9-4754-9C1D-2AB0A19D08FD}">
      <dsp:nvSpPr>
        <dsp:cNvPr id="0" name=""/>
        <dsp:cNvSpPr/>
      </dsp:nvSpPr>
      <dsp:spPr>
        <a:xfrm>
          <a:off x="3744276" y="0"/>
          <a:ext cx="2664574" cy="1368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Solution</a:t>
          </a:r>
          <a:r>
            <a:rPr lang="en-US" sz="2000" kern="1200" dirty="0" smtClean="0"/>
            <a:t>: Analyzed high </a:t>
          </a:r>
          <a:r>
            <a:rPr lang="en-US" sz="2000" kern="1200" dirty="0" err="1" smtClean="0"/>
            <a:t>recency</a:t>
          </a:r>
          <a:r>
            <a:rPr lang="en-US" sz="2000" kern="1200" dirty="0" smtClean="0"/>
            <a:t> customers (80+) for response behavior </a:t>
          </a:r>
          <a:endParaRPr lang="en-IN" sz="2000" kern="1200" dirty="0"/>
        </a:p>
      </dsp:txBody>
      <dsp:txXfrm>
        <a:off x="3784348" y="40072"/>
        <a:ext cx="2584430" cy="1288008"/>
      </dsp:txXfrm>
    </dsp:sp>
    <dsp:sp modelId="{CB7D927B-4A8A-4811-AC89-D4696B7B3DEF}">
      <dsp:nvSpPr>
        <dsp:cNvPr id="0" name=""/>
        <dsp:cNvSpPr/>
      </dsp:nvSpPr>
      <dsp:spPr>
        <a:xfrm>
          <a:off x="6675308" y="353668"/>
          <a:ext cx="564889" cy="6608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800" kern="1200"/>
        </a:p>
      </dsp:txBody>
      <dsp:txXfrm>
        <a:off x="6675308" y="485831"/>
        <a:ext cx="395422" cy="396488"/>
      </dsp:txXfrm>
    </dsp:sp>
    <dsp:sp modelId="{850A722F-FBBE-4CD1-B670-2EF4BF678347}">
      <dsp:nvSpPr>
        <dsp:cNvPr id="0" name=""/>
        <dsp:cNvSpPr/>
      </dsp:nvSpPr>
      <dsp:spPr>
        <a:xfrm>
          <a:off x="7474681" y="0"/>
          <a:ext cx="2664574" cy="1368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Impact</a:t>
          </a:r>
          <a:r>
            <a:rPr lang="en-US" sz="2000" kern="1200" dirty="0" smtClean="0"/>
            <a:t>: Identified 26 inactive customers who still responded, enabling win-back opportunities</a:t>
          </a:r>
          <a:endParaRPr lang="en-IN" sz="2000" kern="1200" dirty="0"/>
        </a:p>
      </dsp:txBody>
      <dsp:txXfrm>
        <a:off x="7514753" y="40072"/>
        <a:ext cx="2584430" cy="1288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6/2/2026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6/2/2026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6/2/2026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18" Type="http://schemas.openxmlformats.org/officeDocument/2006/relationships/diagramLayout" Target="../diagrams/layout6.xml"/><Relationship Id="rId26" Type="http://schemas.microsoft.com/office/2007/relationships/diagramDrawing" Target="../diagrams/drawing7.xml"/><Relationship Id="rId3" Type="http://schemas.openxmlformats.org/officeDocument/2006/relationships/diagramLayout" Target="../diagrams/layout3.xml"/><Relationship Id="rId21" Type="http://schemas.microsoft.com/office/2007/relationships/diagramDrawing" Target="../diagrams/drawing6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17" Type="http://schemas.openxmlformats.org/officeDocument/2006/relationships/diagramData" Target="../diagrams/data6.xml"/><Relationship Id="rId25" Type="http://schemas.openxmlformats.org/officeDocument/2006/relationships/diagramColors" Target="../diagrams/colors7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20" Type="http://schemas.openxmlformats.org/officeDocument/2006/relationships/diagramColors" Target="../diagrams/colors6.xml"/><Relationship Id="rId29" Type="http://schemas.openxmlformats.org/officeDocument/2006/relationships/diagramQuickStyle" Target="../diagrams/quickStyle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24" Type="http://schemas.openxmlformats.org/officeDocument/2006/relationships/diagramQuickStyle" Target="../diagrams/quickStyle7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23" Type="http://schemas.openxmlformats.org/officeDocument/2006/relationships/diagramLayout" Target="../diagrams/layout7.xml"/><Relationship Id="rId28" Type="http://schemas.openxmlformats.org/officeDocument/2006/relationships/diagramLayout" Target="../diagrams/layout8.xml"/><Relationship Id="rId10" Type="http://schemas.openxmlformats.org/officeDocument/2006/relationships/diagramColors" Target="../diagrams/colors4.xml"/><Relationship Id="rId19" Type="http://schemas.openxmlformats.org/officeDocument/2006/relationships/diagramQuickStyle" Target="../diagrams/quickStyle6.xml"/><Relationship Id="rId31" Type="http://schemas.microsoft.com/office/2007/relationships/diagramDrawing" Target="../diagrams/drawing8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Relationship Id="rId22" Type="http://schemas.openxmlformats.org/officeDocument/2006/relationships/diagramData" Target="../diagrams/data7.xml"/><Relationship Id="rId27" Type="http://schemas.openxmlformats.org/officeDocument/2006/relationships/diagramData" Target="../diagrams/data8.xml"/><Relationship Id="rId30" Type="http://schemas.openxmlformats.org/officeDocument/2006/relationships/diagramColors" Target="../diagrams/colors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21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13" Type="http://schemas.openxmlformats.org/officeDocument/2006/relationships/diagramLayout" Target="../diagrams/layout13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12" Type="http://schemas.openxmlformats.org/officeDocument/2006/relationships/diagramData" Target="../diagrams/data13.xml"/><Relationship Id="rId2" Type="http://schemas.openxmlformats.org/officeDocument/2006/relationships/diagramData" Target="../diagrams/data11.xml"/><Relationship Id="rId16" Type="http://schemas.microsoft.com/office/2007/relationships/diagramDrawing" Target="../diagrams/drawing1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5" Type="http://schemas.openxmlformats.org/officeDocument/2006/relationships/diagramColors" Target="../diagrams/colors13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Relationship Id="rId1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5820" y="519347"/>
            <a:ext cx="10573814" cy="2879576"/>
          </a:xfrm>
        </p:spPr>
        <p:txBody>
          <a:bodyPr>
            <a:normAutofit/>
          </a:bodyPr>
          <a:lstStyle/>
          <a:p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SUPERSTORE MARKETING </a:t>
            </a:r>
            <a:r>
              <a:rPr lang="en-US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    CAMPAIGN  ANALYSIS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21804" y="5373216"/>
            <a:ext cx="8229600" cy="71663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Prepared </a:t>
            </a:r>
            <a:r>
              <a:rPr lang="en-US" sz="2800" b="1" dirty="0">
                <a:solidFill>
                  <a:schemeClr val="tx1"/>
                </a:solidFill>
              </a:rPr>
              <a:t>by : </a:t>
            </a:r>
            <a:r>
              <a:rPr lang="en-US" sz="2800" b="1" dirty="0" err="1">
                <a:solidFill>
                  <a:schemeClr val="tx1"/>
                </a:solidFill>
              </a:rPr>
              <a:t>Vanshika</a:t>
            </a:r>
            <a:r>
              <a:rPr lang="en-US" sz="2800" b="1" dirty="0">
                <a:solidFill>
                  <a:schemeClr val="tx1"/>
                </a:solidFill>
              </a:rPr>
              <a:t> Srivastava</a:t>
            </a:r>
            <a:endParaRPr lang="en-IN" sz="2800" b="1" dirty="0">
              <a:solidFill>
                <a:schemeClr val="tx1"/>
              </a:solidFill>
            </a:endParaRPr>
          </a:p>
          <a:p>
            <a:endParaRPr lang="it-IT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700" y="3645024"/>
            <a:ext cx="3039415" cy="268524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5820" y="4941168"/>
            <a:ext cx="6696744" cy="7200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782044" y="-8027"/>
            <a:ext cx="6912768" cy="764704"/>
          </a:xfrm>
        </p:spPr>
        <p:txBody>
          <a:bodyPr>
            <a:normAutofit/>
          </a:bodyPr>
          <a:lstStyle/>
          <a:p>
            <a:pPr algn="ctr"/>
            <a:r>
              <a:rPr lang="en-US" sz="4800" b="1" spc="0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Project Overview</a:t>
            </a:r>
            <a:endParaRPr lang="en-US" sz="4800" b="1" spc="0" dirty="0">
              <a:ln w="9525">
                <a:noFill/>
                <a:prstDash val="solid"/>
              </a:ln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4107228"/>
              </p:ext>
            </p:extLst>
          </p:nvPr>
        </p:nvGraphicFramePr>
        <p:xfrm>
          <a:off x="1341884" y="1340768"/>
          <a:ext cx="9793088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/>
          <p:cNvSpPr/>
          <p:nvPr/>
        </p:nvSpPr>
        <p:spPr>
          <a:xfrm flipV="1">
            <a:off x="549796" y="718986"/>
            <a:ext cx="10873208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414399" y="42649"/>
            <a:ext cx="9144001" cy="699864"/>
          </a:xfrm>
        </p:spPr>
        <p:txBody>
          <a:bodyPr>
            <a:noAutofit/>
          </a:bodyPr>
          <a:lstStyle/>
          <a:p>
            <a:pPr algn="ctr"/>
            <a:r>
              <a:rPr lang="en-US" sz="4800" b="1" spc="0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Tools Used</a:t>
            </a:r>
            <a:endParaRPr lang="en-US" sz="48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825171"/>
              </p:ext>
            </p:extLst>
          </p:nvPr>
        </p:nvGraphicFramePr>
        <p:xfrm>
          <a:off x="1197869" y="1556792"/>
          <a:ext cx="10153128" cy="4463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909" y="1591530"/>
            <a:ext cx="1296144" cy="12961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20" y="5157192"/>
            <a:ext cx="1152128" cy="11521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532" y="1566569"/>
            <a:ext cx="973374" cy="9733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69" y="4990830"/>
            <a:ext cx="1961443" cy="110246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flipV="1">
            <a:off x="564151" y="706571"/>
            <a:ext cx="10873208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9910" y="0"/>
            <a:ext cx="9144001" cy="770651"/>
          </a:xfrm>
        </p:spPr>
        <p:txBody>
          <a:bodyPr>
            <a:normAutofit/>
          </a:bodyPr>
          <a:lstStyle/>
          <a:p>
            <a:pPr algn="ctr"/>
            <a:r>
              <a:rPr lang="en-US" sz="4800" b="1" spc="0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Data Quality &amp; KPIs</a:t>
            </a:r>
            <a:endParaRPr lang="en-US" sz="48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4" y="1116855"/>
            <a:ext cx="7920880" cy="275283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/>
          <p:cNvSpPr txBox="1"/>
          <p:nvPr/>
        </p:nvSpPr>
        <p:spPr>
          <a:xfrm>
            <a:off x="8686700" y="1523775"/>
            <a:ext cx="3096344" cy="193899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Data Quality Log summarizes detected issues and recommended cleaning actions.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444" y="4581128"/>
            <a:ext cx="5400600" cy="1440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/>
          <p:cNvSpPr txBox="1"/>
          <p:nvPr/>
        </p:nvSpPr>
        <p:spPr>
          <a:xfrm>
            <a:off x="549796" y="4516378"/>
            <a:ext cx="4968552" cy="156966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These KPIs summarize campaign effectiveness, total customer spending, and average customers value.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 flipV="1">
            <a:off x="625306" y="770651"/>
            <a:ext cx="10873208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69876" y="27691"/>
            <a:ext cx="9144001" cy="725327"/>
          </a:xfrm>
        </p:spPr>
        <p:txBody>
          <a:bodyPr>
            <a:normAutofit/>
          </a:bodyPr>
          <a:lstStyle/>
          <a:p>
            <a:pPr algn="ctr"/>
            <a:r>
              <a:rPr lang="en-US" sz="4400" b="1" spc="0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Data Validation</a:t>
            </a:r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764" y="1272843"/>
            <a:ext cx="5277872" cy="67476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64" y="2317812"/>
            <a:ext cx="7087589" cy="7302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1684" y="3416203"/>
            <a:ext cx="2808312" cy="7200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1772" y="4285688"/>
            <a:ext cx="2811017" cy="1368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224" y="5821221"/>
            <a:ext cx="2160239" cy="6477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18448" y="1184980"/>
            <a:ext cx="5544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Checking </a:t>
            </a:r>
            <a:r>
              <a:rPr lang="en-US" sz="2400" b="1" dirty="0" smtClean="0"/>
              <a:t>distinct counts</a:t>
            </a:r>
            <a:r>
              <a:rPr lang="en-US" sz="2400" dirty="0" smtClean="0"/>
              <a:t> for categorical fields in SQL</a:t>
            </a:r>
            <a:endParaRPr lang="en-IN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8110636" y="2177606"/>
            <a:ext cx="3953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Checking </a:t>
            </a:r>
            <a:r>
              <a:rPr lang="en-US" sz="2400" b="1" dirty="0" smtClean="0"/>
              <a:t>Min/Max ranges </a:t>
            </a:r>
            <a:r>
              <a:rPr lang="en-US" sz="2400" dirty="0" smtClean="0"/>
              <a:t>for numerical columns</a:t>
            </a:r>
            <a:endParaRPr lang="en-IN" sz="2400" dirty="0"/>
          </a:p>
        </p:txBody>
      </p:sp>
      <p:sp>
        <p:nvSpPr>
          <p:cNvPr id="15" name="Right Arrow 14"/>
          <p:cNvSpPr/>
          <p:nvPr/>
        </p:nvSpPr>
        <p:spPr>
          <a:xfrm>
            <a:off x="5639709" y="1419999"/>
            <a:ext cx="684076" cy="23083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ight Arrow 18"/>
          <p:cNvSpPr/>
          <p:nvPr/>
        </p:nvSpPr>
        <p:spPr>
          <a:xfrm>
            <a:off x="7513970" y="2538942"/>
            <a:ext cx="432048" cy="2880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1066096" y="3487486"/>
            <a:ext cx="576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Checking </a:t>
            </a:r>
            <a:r>
              <a:rPr lang="en-US" sz="2800" b="1" dirty="0" smtClean="0"/>
              <a:t>duplicate rows </a:t>
            </a:r>
            <a:r>
              <a:rPr lang="en-US" sz="2800" dirty="0" smtClean="0"/>
              <a:t>in Python</a:t>
            </a:r>
            <a:endParaRPr lang="en-IN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1066096" y="4510884"/>
            <a:ext cx="60200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Validating </a:t>
            </a:r>
            <a:r>
              <a:rPr lang="en-US" sz="2800" b="1" dirty="0" smtClean="0"/>
              <a:t>missing/Null values</a:t>
            </a:r>
            <a:r>
              <a:rPr lang="en-US" sz="2800" dirty="0" smtClean="0"/>
              <a:t> across columns</a:t>
            </a:r>
            <a:endParaRPr lang="en-IN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1140983" y="5835195"/>
            <a:ext cx="561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Reviewing the </a:t>
            </a:r>
            <a:r>
              <a:rPr lang="en-US" sz="2800" b="1" dirty="0" smtClean="0"/>
              <a:t>Dataset dimensions </a:t>
            </a:r>
            <a:endParaRPr lang="en-IN" sz="2800" b="1" dirty="0"/>
          </a:p>
        </p:txBody>
      </p:sp>
      <p:sp>
        <p:nvSpPr>
          <p:cNvPr id="23" name="Left Arrow 22"/>
          <p:cNvSpPr/>
          <p:nvPr/>
        </p:nvSpPr>
        <p:spPr>
          <a:xfrm>
            <a:off x="7086166" y="3638100"/>
            <a:ext cx="1296144" cy="26161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Left Arrow 24"/>
          <p:cNvSpPr/>
          <p:nvPr/>
        </p:nvSpPr>
        <p:spPr>
          <a:xfrm>
            <a:off x="7065265" y="5955455"/>
            <a:ext cx="1761506" cy="28269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Left Arrow 25"/>
          <p:cNvSpPr/>
          <p:nvPr/>
        </p:nvSpPr>
        <p:spPr>
          <a:xfrm>
            <a:off x="7112489" y="4853902"/>
            <a:ext cx="1235009" cy="268073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 flipV="1">
            <a:off x="564151" y="706571"/>
            <a:ext cx="10873208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940" y="47507"/>
            <a:ext cx="7208835" cy="749502"/>
          </a:xfrm>
        </p:spPr>
        <p:txBody>
          <a:bodyPr>
            <a:normAutofit/>
          </a:bodyPr>
          <a:lstStyle/>
          <a:p>
            <a:pPr algn="ctr"/>
            <a:r>
              <a:rPr lang="en-US" sz="4400" b="1" spc="0" dirty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Data </a:t>
            </a:r>
            <a:r>
              <a:rPr lang="en-US" sz="4400" b="1" spc="0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Cleaning &amp; EDA</a:t>
            </a:r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804" y="1281282"/>
            <a:ext cx="60486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/>
              <a:t>Handled missing values and outlier in Income column.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/>
              <a:t>Standardized categories and  date formats.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/>
              <a:t>Created new features such as Tenure, Age, Category Breadth, Total Spend, </a:t>
            </a:r>
            <a:r>
              <a:rPr lang="en-US" sz="2000" dirty="0" err="1" smtClean="0"/>
              <a:t>etc</a:t>
            </a:r>
            <a:r>
              <a:rPr lang="en-US" sz="2000" dirty="0" smtClean="0"/>
              <a:t> for analysis.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000" dirty="0">
              <a:solidFill>
                <a:srgbClr val="FFC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943" y="215461"/>
            <a:ext cx="3061597" cy="15012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307" y="2254184"/>
            <a:ext cx="3044233" cy="1341353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>
            <a:off x="10212801" y="1740832"/>
            <a:ext cx="484632" cy="489204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7413139" y="704462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BEFORE</a:t>
            </a:r>
            <a:endParaRPr lang="en-IN" sz="2800" u="sng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59672" y="2580808"/>
            <a:ext cx="129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AFTER</a:t>
            </a:r>
            <a:endParaRPr lang="en-IN" sz="2800" u="sng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88" y="3704547"/>
            <a:ext cx="5000092" cy="29342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837" y="3691289"/>
            <a:ext cx="5328593" cy="29607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Rectangle 2"/>
          <p:cNvSpPr/>
          <p:nvPr/>
        </p:nvSpPr>
        <p:spPr>
          <a:xfrm>
            <a:off x="621804" y="797009"/>
            <a:ext cx="6048672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6962" y="0"/>
            <a:ext cx="9144001" cy="699864"/>
          </a:xfrm>
        </p:spPr>
        <p:txBody>
          <a:bodyPr>
            <a:normAutofit/>
          </a:bodyPr>
          <a:lstStyle/>
          <a:p>
            <a:pPr algn="ctr"/>
            <a:r>
              <a:rPr lang="en-US" sz="4400" b="1" spc="0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Statistical Analysis</a:t>
            </a:r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16576257"/>
              </p:ext>
            </p:extLst>
          </p:nvPr>
        </p:nvGraphicFramePr>
        <p:xfrm>
          <a:off x="477789" y="908720"/>
          <a:ext cx="3456384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Content Placeholder 1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83282172"/>
              </p:ext>
            </p:extLst>
          </p:nvPr>
        </p:nvGraphicFramePr>
        <p:xfrm>
          <a:off x="4366651" y="908720"/>
          <a:ext cx="3455953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6" name="Content Placeholder 1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91296977"/>
              </p:ext>
            </p:extLst>
          </p:nvPr>
        </p:nvGraphicFramePr>
        <p:xfrm>
          <a:off x="8270879" y="908720"/>
          <a:ext cx="3296141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7" name="Content Placeholder 1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38351777"/>
              </p:ext>
            </p:extLst>
          </p:nvPr>
        </p:nvGraphicFramePr>
        <p:xfrm>
          <a:off x="479132" y="3933056"/>
          <a:ext cx="3455041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1" name="Content Placeholder 1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73735566"/>
              </p:ext>
            </p:extLst>
          </p:nvPr>
        </p:nvGraphicFramePr>
        <p:xfrm>
          <a:off x="4402654" y="3933056"/>
          <a:ext cx="3383945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22" name="Content Placeholder 1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8820450"/>
              </p:ext>
            </p:extLst>
          </p:nvPr>
        </p:nvGraphicFramePr>
        <p:xfrm>
          <a:off x="8201798" y="3933056"/>
          <a:ext cx="3365222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sp>
        <p:nvSpPr>
          <p:cNvPr id="9" name="Rectangle 8"/>
          <p:cNvSpPr/>
          <p:nvPr/>
        </p:nvSpPr>
        <p:spPr>
          <a:xfrm flipV="1">
            <a:off x="658022" y="597829"/>
            <a:ext cx="10873208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876" y="0"/>
            <a:ext cx="9144001" cy="699864"/>
          </a:xfrm>
        </p:spPr>
        <p:txBody>
          <a:bodyPr/>
          <a:lstStyle/>
          <a:p>
            <a:pPr algn="ctr"/>
            <a:r>
              <a:rPr lang="en-US" b="1" spc="0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Predictive Modelling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195529704"/>
              </p:ext>
            </p:extLst>
          </p:nvPr>
        </p:nvGraphicFramePr>
        <p:xfrm>
          <a:off x="1053852" y="704269"/>
          <a:ext cx="4464496" cy="2701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377758"/>
              </p:ext>
            </p:extLst>
          </p:nvPr>
        </p:nvGraphicFramePr>
        <p:xfrm>
          <a:off x="6206718" y="912421"/>
          <a:ext cx="5553204" cy="2769601"/>
        </p:xfrm>
        <a:graphic>
          <a:graphicData uri="http://schemas.openxmlformats.org/drawingml/2006/table">
            <a:tbl>
              <a:tblPr firstRow="1" firstCol="1">
                <a:tableStyleId>{93296810-A885-4BE3-A3E7-6D5BEEA58F35}</a:tableStyleId>
              </a:tblPr>
              <a:tblGrid>
                <a:gridCol w="1388301"/>
                <a:gridCol w="1388301"/>
                <a:gridCol w="1388301"/>
                <a:gridCol w="1388301"/>
              </a:tblGrid>
              <a:tr h="57504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Model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Accuracy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Recall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Buyers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504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Logistic Regression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85.71%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6.25%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214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Balanced</a:t>
                      </a:r>
                      <a:r>
                        <a:rPr lang="en-US" baseline="0" dirty="0" smtClean="0"/>
                        <a:t> Logistic Regression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70.31%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65.62%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42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504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Random</a:t>
                      </a:r>
                      <a:r>
                        <a:rPr lang="en-US" baseline="0" dirty="0" smtClean="0"/>
                        <a:t> Forest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85.94%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28.12%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18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638" y="3068960"/>
            <a:ext cx="4984709" cy="36883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3000" y="3894579"/>
            <a:ext cx="5760640" cy="2836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Rectangle 7"/>
          <p:cNvSpPr/>
          <p:nvPr/>
        </p:nvSpPr>
        <p:spPr>
          <a:xfrm flipV="1">
            <a:off x="618658" y="699864"/>
            <a:ext cx="10873208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46040" y="0"/>
            <a:ext cx="67687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Key Business Insights</a:t>
            </a:r>
            <a:endParaRPr lang="en-IN" sz="44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156766997"/>
              </p:ext>
            </p:extLst>
          </p:nvPr>
        </p:nvGraphicFramePr>
        <p:xfrm>
          <a:off x="189756" y="980728"/>
          <a:ext cx="11881320" cy="5616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 flipV="1">
            <a:off x="621804" y="723722"/>
            <a:ext cx="10873208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9996" y="116632"/>
            <a:ext cx="6912768" cy="648072"/>
          </a:xfrm>
        </p:spPr>
        <p:txBody>
          <a:bodyPr/>
          <a:lstStyle/>
          <a:p>
            <a:pPr algn="ctr"/>
            <a:r>
              <a:rPr lang="en-US" sz="4400" b="1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Recommendations</a:t>
            </a:r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25860" y="1701605"/>
            <a:ext cx="4104456" cy="1440160"/>
          </a:xfrm>
          <a:prstGeom prst="roundRect">
            <a:avLst/>
          </a:prstGeom>
          <a:ln w="76200">
            <a:solidFill>
              <a:srgbClr val="FFCC9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For High-income: VIP rewards &amp; personalized campaigns</a:t>
            </a:r>
          </a:p>
          <a:p>
            <a:pPr algn="ctr"/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For Low-income: Discounts, EMI &amp; flexible payment options</a:t>
            </a:r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18448" y="1700808"/>
            <a:ext cx="4104456" cy="1440160"/>
          </a:xfrm>
          <a:prstGeom prst="roundRec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Target high </a:t>
            </a:r>
            <a:r>
              <a:rPr lang="en-US" dirty="0" err="1" smtClean="0">
                <a:solidFill>
                  <a:srgbClr val="FF0000"/>
                </a:solidFill>
              </a:rPr>
              <a:t>recency</a:t>
            </a:r>
            <a:r>
              <a:rPr lang="en-US" dirty="0" smtClean="0">
                <a:solidFill>
                  <a:srgbClr val="FF0000"/>
                </a:solidFill>
              </a:rPr>
              <a:t> customers using reminder emails, WhatsApp &amp; limited time offers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25860" y="4221088"/>
            <a:ext cx="4104456" cy="1368152"/>
          </a:xfrm>
          <a:prstGeom prst="roundRect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Strengthen Store purchase for trust,</a:t>
            </a:r>
          </a:p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Promote Digital/Web purchases via free delivery &amp; discounts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8448" y="4221088"/>
            <a:ext cx="4176464" cy="1368152"/>
          </a:xfrm>
          <a:prstGeom prst="roundRect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Provide family offers and bundle discounts to customers with children to improve engagement and increase spending.</a:t>
            </a:r>
          </a:p>
        </p:txBody>
      </p:sp>
      <p:sp>
        <p:nvSpPr>
          <p:cNvPr id="8" name="Rectangle 7"/>
          <p:cNvSpPr/>
          <p:nvPr/>
        </p:nvSpPr>
        <p:spPr>
          <a:xfrm flipV="1">
            <a:off x="564151" y="706571"/>
            <a:ext cx="10873208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4479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349996" y="13601"/>
            <a:ext cx="6694992" cy="607087"/>
          </a:xfrm>
        </p:spPr>
        <p:txBody>
          <a:bodyPr/>
          <a:lstStyle/>
          <a:p>
            <a:pPr algn="ctr"/>
            <a:r>
              <a:rPr lang="en-US" b="1" dirty="0" smtClean="0">
                <a:ln w="9525">
                  <a:noFill/>
                  <a:prstDash val="solid"/>
                </a:ln>
                <a:solidFill>
                  <a:schemeClr val="tx2">
                    <a:lumMod val="50000"/>
                  </a:schemeClr>
                </a:solidFill>
              </a:rPr>
              <a:t>Business Impact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938884201"/>
              </p:ext>
            </p:extLst>
          </p:nvPr>
        </p:nvGraphicFramePr>
        <p:xfrm>
          <a:off x="879512" y="908720"/>
          <a:ext cx="10153128" cy="136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462466633"/>
              </p:ext>
            </p:extLst>
          </p:nvPr>
        </p:nvGraphicFramePr>
        <p:xfrm>
          <a:off x="879512" y="2888940"/>
          <a:ext cx="10153128" cy="136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963439251"/>
              </p:ext>
            </p:extLst>
          </p:nvPr>
        </p:nvGraphicFramePr>
        <p:xfrm>
          <a:off x="879512" y="4882985"/>
          <a:ext cx="10153128" cy="136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6" name="Rectangle 5"/>
          <p:cNvSpPr/>
          <p:nvPr/>
        </p:nvSpPr>
        <p:spPr>
          <a:xfrm flipV="1">
            <a:off x="621804" y="620688"/>
            <a:ext cx="10873208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85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1228</TotalTime>
  <Words>705</Words>
  <Application>Microsoft Office PowerPoint</Application>
  <PresentationFormat>Custom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Wingdings</vt:lpstr>
      <vt:lpstr>Digital Blue Tunnel 16x9</vt:lpstr>
      <vt:lpstr>SUPERSTORE MARKETING          CAMPAIGN  ANALYSIS</vt:lpstr>
      <vt:lpstr>Project Overview</vt:lpstr>
      <vt:lpstr>Tools Used</vt:lpstr>
      <vt:lpstr>Data Quality &amp; KPIs</vt:lpstr>
      <vt:lpstr>Data Validation</vt:lpstr>
      <vt:lpstr>Data Cleaning &amp; EDA</vt:lpstr>
      <vt:lpstr>Statistical Analysis</vt:lpstr>
      <vt:lpstr>Predictive Modelling</vt:lpstr>
      <vt:lpstr>PowerPoint Presentation</vt:lpstr>
      <vt:lpstr>Recommendations</vt:lpstr>
      <vt:lpstr>Business Impact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MARKETING          CAMPAIGN  ANALYSIS</dc:title>
  <dc:creator>lenovo</dc:creator>
  <cp:lastModifiedBy>lenovo</cp:lastModifiedBy>
  <cp:revision>89</cp:revision>
  <dcterms:created xsi:type="dcterms:W3CDTF">2026-04-26T16:05:21Z</dcterms:created>
  <dcterms:modified xsi:type="dcterms:W3CDTF">2026-06-02T12:28:39Z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